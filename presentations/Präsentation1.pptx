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25"/>
    <p:restoredTop sz="94773"/>
  </p:normalViewPr>
  <p:slideViewPr>
    <p:cSldViewPr snapToGrid="0">
      <p:cViewPr varScale="1">
        <p:scale>
          <a:sx n="112" d="100"/>
          <a:sy n="112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CFE17-AC27-1749-819B-3AB26DBFB1A3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CFB82-64D0-E94C-B856-89F7715CEE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27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Hey ich bin Robert und bin euer Koma TA für dieses Semester. Ich studiere </a:t>
            </a:r>
            <a:r>
              <a:rPr lang="de-DE" dirty="0" err="1"/>
              <a:t>elektrotechnik</a:t>
            </a:r>
            <a:r>
              <a:rPr lang="de-DE" dirty="0"/>
              <a:t> im zweiten </a:t>
            </a:r>
            <a:r>
              <a:rPr lang="de-DE" dirty="0" err="1"/>
              <a:t>jahr</a:t>
            </a:r>
            <a:r>
              <a:rPr lang="de-DE" dirty="0"/>
              <a:t> und hab das Fach letztes </a:t>
            </a:r>
            <a:r>
              <a:rPr lang="de-DE" dirty="0" err="1"/>
              <a:t>semester</a:t>
            </a:r>
            <a:r>
              <a:rPr lang="de-DE" dirty="0"/>
              <a:t> belegt. Ihr findet alle </a:t>
            </a:r>
            <a:r>
              <a:rPr lang="de-DE" dirty="0" err="1"/>
              <a:t>notizen</a:t>
            </a:r>
            <a:r>
              <a:rPr lang="de-DE" dirty="0"/>
              <a:t> und </a:t>
            </a:r>
            <a:r>
              <a:rPr lang="de-DE" dirty="0" err="1"/>
              <a:t>folien</a:t>
            </a:r>
            <a:r>
              <a:rPr lang="de-DE" dirty="0"/>
              <a:t> auf der </a:t>
            </a:r>
            <a:r>
              <a:rPr lang="de-DE" dirty="0" err="1"/>
              <a:t>website</a:t>
            </a:r>
            <a:r>
              <a:rPr lang="de-DE" dirty="0"/>
              <a:t>. Ihr findet da auch alle links. Die Dateien lade ich immer direkt nach der stunde hoch auf meine </a:t>
            </a:r>
            <a:r>
              <a:rPr lang="de-DE" dirty="0" err="1"/>
              <a:t>website</a:t>
            </a:r>
            <a:r>
              <a:rPr lang="de-DE" dirty="0"/>
              <a:t> und auf die </a:t>
            </a:r>
            <a:r>
              <a:rPr lang="de-DE" dirty="0" err="1"/>
              <a:t>polybox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08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lade auch die </a:t>
            </a:r>
            <a:r>
              <a:rPr lang="de-DE" dirty="0" err="1"/>
              <a:t>files</a:t>
            </a:r>
            <a:r>
              <a:rPr lang="de-DE" dirty="0"/>
              <a:t> in die </a:t>
            </a:r>
            <a:r>
              <a:rPr lang="de-DE" dirty="0" err="1"/>
              <a:t>polybox</a:t>
            </a:r>
            <a:r>
              <a:rPr lang="de-DE" dirty="0"/>
              <a:t> hoch damit ihr es einfach bei euch abspeichern könnt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4361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Wer macht ein P&amp;S oder ein GESS Fach dieses Semester? Bitte Hand heben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559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Sehr wichtig für mich dass ihr nicht verunsichert seid fragen zu stellen. Wir sind über 20 </a:t>
            </a:r>
            <a:r>
              <a:rPr lang="de-DE" dirty="0" err="1"/>
              <a:t>leute</a:t>
            </a:r>
            <a:r>
              <a:rPr lang="de-DE" dirty="0"/>
              <a:t> in diesem raum, falls ihr eine frage habt könnt ihr euch also sicher sein dass eine weitere </a:t>
            </a:r>
            <a:r>
              <a:rPr lang="de-DE" dirty="0" err="1"/>
              <a:t>person</a:t>
            </a:r>
            <a:r>
              <a:rPr lang="de-DE" dirty="0"/>
              <a:t> dieselbe frage hat. ihr seid hier um was zu lernen, also nehmt unbedingt die möglich war. Ihr könnt euch auch sicher sein dass auch ich im verlauf des </a:t>
            </a:r>
            <a:r>
              <a:rPr lang="de-DE" dirty="0" err="1"/>
              <a:t>kurses</a:t>
            </a:r>
            <a:r>
              <a:rPr lang="de-DE" dirty="0"/>
              <a:t> einige fragen nicht beantworten kann und den </a:t>
            </a:r>
            <a:r>
              <a:rPr lang="de-DE" dirty="0" err="1"/>
              <a:t>head</a:t>
            </a:r>
            <a:r>
              <a:rPr lang="de-DE" dirty="0"/>
              <a:t> TA fragen muss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38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034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 Bonus und 1 Serie Abgabe in der zweiten Woche zusammen mit 2 </a:t>
            </a:r>
            <a:r>
              <a:rPr lang="de-DE" dirty="0" err="1"/>
              <a:t>bonus</a:t>
            </a:r>
            <a:r>
              <a:rPr lang="de-DE" dirty="0"/>
              <a:t> und 2 </a:t>
            </a:r>
            <a:r>
              <a:rPr lang="de-DE" dirty="0" err="1"/>
              <a:t>serie</a:t>
            </a:r>
            <a:r>
              <a:rPr lang="de-DE" dirty="0"/>
              <a:t>. Donnerstag falls ihr Montags in der Übung </a:t>
            </a:r>
            <a:r>
              <a:rPr lang="de-DE" dirty="0" err="1"/>
              <a:t>eingschrieben</a:t>
            </a:r>
            <a:r>
              <a:rPr lang="de-DE" dirty="0"/>
              <a:t> seid. Freitag falls Dienstag oder Mittwoch. Ich gebe </a:t>
            </a:r>
            <a:r>
              <a:rPr lang="de-DE" dirty="0" err="1"/>
              <a:t>feedback</a:t>
            </a:r>
            <a:r>
              <a:rPr lang="de-DE" dirty="0"/>
              <a:t> bis ende des </a:t>
            </a:r>
            <a:r>
              <a:rPr lang="de-DE" dirty="0" err="1"/>
              <a:t>semesters</a:t>
            </a:r>
            <a:r>
              <a:rPr lang="de-DE" dirty="0"/>
              <a:t>. Es gibt ein </a:t>
            </a:r>
            <a:r>
              <a:rPr lang="de-DE" dirty="0" err="1"/>
              <a:t>moodle</a:t>
            </a:r>
            <a:r>
              <a:rPr lang="de-DE" dirty="0"/>
              <a:t> </a:t>
            </a:r>
            <a:r>
              <a:rPr lang="de-DE" dirty="0" err="1"/>
              <a:t>skript</a:t>
            </a:r>
            <a:r>
              <a:rPr lang="de-DE" dirty="0"/>
              <a:t> mit </a:t>
            </a:r>
            <a:r>
              <a:rPr lang="de-DE" dirty="0" err="1"/>
              <a:t>stack</a:t>
            </a:r>
            <a:r>
              <a:rPr lang="de-DE" dirty="0"/>
              <a:t> aufgaben über alle </a:t>
            </a:r>
            <a:r>
              <a:rPr lang="de-DE" dirty="0" err="1"/>
              <a:t>themen</a:t>
            </a:r>
            <a:r>
              <a:rPr lang="de-DE" dirty="0"/>
              <a:t>. Empfehle ich während der </a:t>
            </a:r>
            <a:r>
              <a:rPr lang="de-DE" dirty="0" err="1"/>
              <a:t>lernphase</a:t>
            </a:r>
            <a:r>
              <a:rPr lang="de-DE" dirty="0"/>
              <a:t> zu machen zum üben, die </a:t>
            </a:r>
            <a:r>
              <a:rPr lang="de-DE" dirty="0" err="1"/>
              <a:t>prüfung</a:t>
            </a:r>
            <a:r>
              <a:rPr lang="de-DE" dirty="0"/>
              <a:t> wird nämlich auch auf dem </a:t>
            </a:r>
            <a:r>
              <a:rPr lang="de-DE" dirty="0" err="1"/>
              <a:t>computer</a:t>
            </a:r>
            <a:r>
              <a:rPr lang="de-DE" dirty="0"/>
              <a:t> sein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892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Ihr werdet die </a:t>
            </a:r>
            <a:r>
              <a:rPr lang="de-DE" dirty="0" err="1"/>
              <a:t>techniken</a:t>
            </a:r>
            <a:r>
              <a:rPr lang="de-DE" dirty="0"/>
              <a:t> aus diesem </a:t>
            </a:r>
            <a:r>
              <a:rPr lang="de-DE" dirty="0" err="1"/>
              <a:t>kurs</a:t>
            </a:r>
            <a:r>
              <a:rPr lang="de-DE" dirty="0"/>
              <a:t> immer wieder brauchen. Zum Beispiel Fouriertransformation: Lösen von Differentialgleichungen , Signaltheorie, Physik. Gut in </a:t>
            </a:r>
            <a:r>
              <a:rPr lang="de-DE" dirty="0" err="1"/>
              <a:t>koma</a:t>
            </a:r>
            <a:r>
              <a:rPr lang="de-DE" dirty="0"/>
              <a:t> dabei bleiben ist wichtig, da ihr es in allen fächern außer </a:t>
            </a:r>
            <a:r>
              <a:rPr lang="de-DE" dirty="0" err="1"/>
              <a:t>info</a:t>
            </a:r>
            <a:r>
              <a:rPr lang="de-DE"/>
              <a:t> braucht!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CFB82-64D0-E94C-B856-89F7715CEEE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092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53BE-F6EC-6093-5348-95F5C4E76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D1A0A0-22A9-2691-2E15-8A274B6CE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BEA31-0AE3-8E22-9789-20C50CEC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2634E0-E58F-C7F9-ED08-CA27FD2E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2C139C-A082-9EF3-D354-411488E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340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CCCE4-99D1-A23A-CBB2-595BCA5F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AAFD07-7F00-03D2-C591-A5EDA72A6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13C8EB-0763-2130-144B-DBF56010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503B08-F38A-34A7-829B-7A39CB6F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6C3E96-1FDC-731C-0679-9B5CAD89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57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70F7E-5C05-5CCD-BF7D-DCBEDCFA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61DEF1-EE3B-ED11-BBAA-8FE077042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4557D1-2B86-F105-6561-88538608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C4FE10-8881-339F-0F0D-98B3232D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48C773-758D-DE81-52E6-720E5A55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87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2E661-6A63-21A1-B8C6-A5A6E6BD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7FA59-55C6-0BFC-B45D-1300B21C8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6DAC31-1537-518E-DDB6-51B2F684D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5A8634-9C3E-8F6B-640A-05CA4182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19A2A8-A17D-8858-0F2D-D0708200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6B03CB-BF80-FE87-AE29-7451A96F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77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595C06-CFA7-8244-D8FB-BFB2853C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F5C316-C7CB-F83E-D466-8875E1675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245348-029C-9559-3D67-3452ECAFB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2B0844-C125-4675-DE0F-0FE7F4033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4A5DD5-B43E-B7D7-5E6E-26C9482C2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A95415-398E-7747-519B-7239CA5C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28E501-02AA-2CB7-BC43-1D7A9276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A8F953-B33F-7115-93E0-F72B755D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77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68145-6296-6374-9C42-4F7C7406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27C578-9297-217A-4726-898FA464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DA78DC-FC77-A56E-8028-2A056BEA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01A046-B8C0-050C-E5A2-59323F7E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63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A299D0-617F-DE0A-3E4B-80C68434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AF0F4B-A9B5-E66C-9A32-0428AD9A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0DE1CD-625B-586E-085C-03E08205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205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18AB5-34E5-9EAF-1773-4349A3FD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4FFC6C-E6AF-9C91-5B5E-B77FF3A06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BD8363-68A3-4B54-B450-17D0FA4DE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6EC448-1EC9-3558-F364-AF543254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496CCF-8535-3456-36CF-95448076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DE4982-47DC-8C1C-AF67-636A2526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1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088AB-1CB4-2A15-79F1-C359D498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67591D-C796-3F33-EC84-613848169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50D8E6-8A19-23E3-2AD6-5AF8256B3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F7B15-2CE6-8FBA-2B97-EAD24054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95A49B-6A36-8D2A-BDC5-9DC0A796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85EA3B-FDA4-0821-CB90-1B5E8A86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851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B0D8D-06EE-188A-7735-1569AFC8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E85DDB-5537-A81E-5E78-C1D6675BD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4AF91-F3F2-DAA9-5658-6A32AD0C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B3907A-1CB0-D43B-9477-469DA9C4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E1358C-A0BF-49EE-D548-7FC8B144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45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2C670B-2C9C-E711-D8D5-EBE6BA35A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75E9C3-B124-2FD2-0E95-66B50BEB4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A889BC-3A4C-1018-D056-3AA2C779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BF21A1-985E-A719-14AB-90B1F96A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3477E6-6CFB-75DA-E5CD-D4E711FD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6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14296B-C0D1-926F-840F-AC9C8AE5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D3723C-409B-74C3-7298-8FF45407D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2517EC-077C-D831-6939-E6DC5D482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AFF19-5B90-3840-B839-C718DA155DA1}" type="datetimeFigureOut">
              <a:rPr lang="de-DE" smtClean="0"/>
              <a:t>16.02.26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E12DC1-E8B0-6AAE-5425-B41DFA90D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D0ABA-40BE-33FC-1BA8-A373F8A6C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6F73F-8E53-EC4A-8B47-4EF605E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389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02D5B-CDB8-539F-3758-D2054327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288" y="604908"/>
            <a:ext cx="5096669" cy="1325563"/>
          </a:xfrm>
        </p:spPr>
        <p:txBody>
          <a:bodyPr/>
          <a:lstStyle/>
          <a:p>
            <a:pPr algn="ctr"/>
            <a:r>
              <a:rPr lang="de-DE" dirty="0" err="1"/>
              <a:t>Exercise</a:t>
            </a:r>
            <a:r>
              <a:rPr lang="de-DE" dirty="0"/>
              <a:t> Website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22AB801-93FE-83C7-B751-88E33EB5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6878" y="1690688"/>
            <a:ext cx="4421564" cy="442156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5DDC54D-0F96-984C-BF7E-8FF8FE521E6F}"/>
              </a:ext>
            </a:extLst>
          </p:cNvPr>
          <p:cNvSpPr txBox="1"/>
          <p:nvPr/>
        </p:nvSpPr>
        <p:spPr>
          <a:xfrm>
            <a:off x="593558" y="898358"/>
            <a:ext cx="362458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Exercises</a:t>
            </a:r>
            <a:r>
              <a:rPr lang="de-DE" b="1" dirty="0"/>
              <a:t>: </a:t>
            </a:r>
          </a:p>
          <a:p>
            <a:endParaRPr lang="de-DE" dirty="0"/>
          </a:p>
          <a:p>
            <a:r>
              <a:rPr lang="de-DE" dirty="0"/>
              <a:t>Monday 08:15-10:00 CAB G56</a:t>
            </a:r>
          </a:p>
          <a:p>
            <a:endParaRPr lang="de-DE" dirty="0"/>
          </a:p>
          <a:p>
            <a:r>
              <a:rPr lang="de-DE" dirty="0"/>
              <a:t>Tuesday 10:15-12:00 HG E33.1</a:t>
            </a:r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Contact:</a:t>
            </a:r>
          </a:p>
          <a:p>
            <a:endParaRPr lang="de-DE" b="1" dirty="0"/>
          </a:p>
          <a:p>
            <a:r>
              <a:rPr lang="de-DE" dirty="0"/>
              <a:t>My Name : Robert Jahnke</a:t>
            </a:r>
          </a:p>
          <a:p>
            <a:endParaRPr lang="de-DE" dirty="0"/>
          </a:p>
          <a:p>
            <a:r>
              <a:rPr lang="de-DE" dirty="0"/>
              <a:t>Phone-</a:t>
            </a:r>
            <a:r>
              <a:rPr lang="de-DE" dirty="0" err="1"/>
              <a:t>Number</a:t>
            </a:r>
            <a:r>
              <a:rPr lang="de-DE" dirty="0"/>
              <a:t>: +41 78 337 66 37</a:t>
            </a:r>
          </a:p>
          <a:p>
            <a:endParaRPr lang="de-DE" dirty="0"/>
          </a:p>
          <a:p>
            <a:r>
              <a:rPr lang="de-DE" dirty="0"/>
              <a:t>Email: </a:t>
            </a:r>
            <a:r>
              <a:rPr lang="de-DE" dirty="0" err="1"/>
              <a:t>rjahnke@student.ethz.ch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645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AD15AF3D-221F-EC83-4F9F-737A5D413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6608" y="2099272"/>
            <a:ext cx="3783150" cy="372092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A16EF5B-C3A2-602B-A0F2-C9DA055CBE8E}"/>
              </a:ext>
            </a:extLst>
          </p:cNvPr>
          <p:cNvSpPr txBox="1"/>
          <p:nvPr/>
        </p:nvSpPr>
        <p:spPr>
          <a:xfrm>
            <a:off x="1427748" y="1027906"/>
            <a:ext cx="2809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WhatsApp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527C0E9-C401-6EBC-ED90-04557365A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27" y="1982191"/>
            <a:ext cx="4100497" cy="395509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3AAE87A-EDDE-76C6-46DA-DCD829B150A9}"/>
              </a:ext>
            </a:extLst>
          </p:cNvPr>
          <p:cNvSpPr txBox="1"/>
          <p:nvPr/>
        </p:nvSpPr>
        <p:spPr>
          <a:xfrm>
            <a:off x="7261372" y="1027905"/>
            <a:ext cx="2809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/>
              <a:t>Polybox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75261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483F9D-A33F-A97A-BAEF-F1EA1777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7912" cy="4351338"/>
          </a:xfrm>
        </p:spPr>
        <p:txBody>
          <a:bodyPr/>
          <a:lstStyle/>
          <a:p>
            <a:r>
              <a:rPr lang="de-DE" dirty="0"/>
              <a:t>Bin nicht nur für Koma Ansprechpartner</a:t>
            </a:r>
          </a:p>
          <a:p>
            <a:endParaRPr lang="de-DE" dirty="0"/>
          </a:p>
          <a:p>
            <a:r>
              <a:rPr lang="de-DE" dirty="0"/>
              <a:t>ARIS, AMZ, Robotics Club, </a:t>
            </a:r>
            <a:r>
              <a:rPr lang="de-DE" dirty="0" err="1"/>
              <a:t>Swissloop</a:t>
            </a:r>
            <a:r>
              <a:rPr lang="de-DE" dirty="0"/>
              <a:t> </a:t>
            </a:r>
            <a:r>
              <a:rPr lang="de-DE" dirty="0" err="1"/>
              <a:t>tunneling</a:t>
            </a:r>
            <a:r>
              <a:rPr lang="de-DE" dirty="0"/>
              <a:t>, ...</a:t>
            </a:r>
          </a:p>
          <a:p>
            <a:endParaRPr lang="de-DE" dirty="0"/>
          </a:p>
          <a:p>
            <a:r>
              <a:rPr lang="de-DE" dirty="0"/>
              <a:t>Fokusprojekt, Auslandssemester, GESS, P&amp;S,  ...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C5DB8E-CD27-41EE-55A8-458AEE82A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336" y="332898"/>
            <a:ext cx="1939588" cy="30961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D96499-738E-48C6-CC10-775B35968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9482912" y="719912"/>
            <a:ext cx="3096101" cy="2322076"/>
          </a:xfrm>
          <a:prstGeom prst="rect">
            <a:avLst/>
          </a:prstGeom>
        </p:spPr>
      </p:pic>
      <p:pic>
        <p:nvPicPr>
          <p:cNvPr id="9" name="Grafik 8" descr="Ein Bild, das Reifen, Rad, Motorsport, Fahrzeug enthält.&#10;&#10;KI-generierte Inhalte können fehlerhaft sein.">
            <a:extLst>
              <a:ext uri="{FF2B5EF4-FFF2-40B4-BE49-F238E27FC236}">
                <a16:creationId xmlns:a16="http://schemas.microsoft.com/office/drawing/2014/main" id="{FB81B396-8EF1-6FA6-DF6C-DE3B1A18C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0336" y="4130769"/>
            <a:ext cx="4261664" cy="191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9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F9B76-6942-47DF-5814-9F570E49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459627-E8C4-09A1-F180-462B848F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Bevor wir loslegen...</a:t>
            </a:r>
          </a:p>
        </p:txBody>
      </p:sp>
    </p:spTree>
    <p:extLst>
      <p:ext uri="{BB962C8B-B14F-4D97-AF65-F5344CB8AC3E}">
        <p14:creationId xmlns:p14="http://schemas.microsoft.com/office/powerpoint/2010/main" val="88886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74A69-67B7-0913-ED9F-586196E2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A4DC54-0FFB-10A6-96B9-7D8A88ABD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Ihr könnt mich erreichen: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Während der übungsstunde</a:t>
            </a:r>
          </a:p>
          <a:p>
            <a:endParaRPr lang="de-DE" dirty="0"/>
          </a:p>
          <a:p>
            <a:r>
              <a:rPr lang="de-DE" dirty="0"/>
              <a:t>In der pause und nach der übungsstunde </a:t>
            </a:r>
          </a:p>
          <a:p>
            <a:endParaRPr lang="de-DE" dirty="0"/>
          </a:p>
          <a:p>
            <a:r>
              <a:rPr lang="de-DE" dirty="0"/>
              <a:t>Per </a:t>
            </a:r>
            <a:r>
              <a:rPr lang="de-DE" dirty="0" err="1"/>
              <a:t>whatsapp</a:t>
            </a:r>
            <a:r>
              <a:rPr lang="de-DE" dirty="0"/>
              <a:t> (natürlich auch per email)</a:t>
            </a:r>
          </a:p>
          <a:p>
            <a:endParaRPr lang="de-DE" dirty="0"/>
          </a:p>
          <a:p>
            <a:r>
              <a:rPr lang="de-DE" dirty="0"/>
              <a:t>Anonyme fragen auch über das </a:t>
            </a:r>
            <a:r>
              <a:rPr lang="de-DE" dirty="0" err="1"/>
              <a:t>google</a:t>
            </a:r>
            <a:r>
              <a:rPr lang="de-DE" dirty="0"/>
              <a:t> </a:t>
            </a:r>
            <a:r>
              <a:rPr lang="de-DE" dirty="0" err="1"/>
              <a:t>docs</a:t>
            </a:r>
            <a:r>
              <a:rPr lang="de-DE" dirty="0"/>
              <a:t> möglich (siehe </a:t>
            </a:r>
            <a:r>
              <a:rPr lang="de-DE" dirty="0" err="1"/>
              <a:t>website</a:t>
            </a:r>
            <a:r>
              <a:rPr lang="de-DE" dirty="0"/>
              <a:t>/</a:t>
            </a:r>
            <a:r>
              <a:rPr lang="de-DE" dirty="0" err="1"/>
              <a:t>whatsapp</a:t>
            </a:r>
            <a:r>
              <a:rPr lang="de-DE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72135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A6114-500C-37E1-2967-A0D9D9FC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Vorlesungen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8DC978-A5F6-BCFE-2003-8183DC6E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Vorlesung jeden Mittwoch von 12:00 bis 13:00 und jeden Donnerstag von 10:00 bis 12:00 im HG F1</a:t>
            </a:r>
          </a:p>
          <a:p>
            <a:endParaRPr lang="de-DE" dirty="0"/>
          </a:p>
          <a:p>
            <a:r>
              <a:rPr lang="de-DE" dirty="0"/>
              <a:t>Ersten 3 Wochen keine Vorlesung am Donnerstag!</a:t>
            </a:r>
          </a:p>
          <a:p>
            <a:endParaRPr lang="de-DE" dirty="0"/>
          </a:p>
          <a:p>
            <a:r>
              <a:rPr lang="de-DE" dirty="0"/>
              <a:t>Letzten 3 Wochen Vorlesung auch am Donnerstag von 16:00 bis 18:00!</a:t>
            </a:r>
          </a:p>
          <a:p>
            <a:endParaRPr lang="de-DE" dirty="0"/>
          </a:p>
          <a:p>
            <a:r>
              <a:rPr lang="de-DE" dirty="0"/>
              <a:t>Aufzeichnungen im VVZ verfügbar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938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E0375-3F37-5C33-0922-2F5FA2CF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Bonus und Serien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F67690-9297-68EB-8D3C-55D80A127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Woche n-1: Bonus und Serie nach der Vorlesung am Donnerstag hochgeladen</a:t>
            </a:r>
          </a:p>
          <a:p>
            <a:endParaRPr lang="de-DE" dirty="0"/>
          </a:p>
          <a:p>
            <a:r>
              <a:rPr lang="de-DE" dirty="0"/>
              <a:t>Woche </a:t>
            </a:r>
            <a:r>
              <a:rPr lang="de-DE" dirty="0" err="1"/>
              <a:t>n</a:t>
            </a:r>
            <a:r>
              <a:rPr lang="de-DE" dirty="0"/>
              <a:t>: Bonus Abgabe bis Mittwoch vor der Vorlesung und Serien bis Donnerstag oder Freitag</a:t>
            </a:r>
          </a:p>
          <a:p>
            <a:endParaRPr lang="de-DE" dirty="0"/>
          </a:p>
          <a:p>
            <a:r>
              <a:rPr lang="de-DE" dirty="0"/>
              <a:t> Am Wochenende kriegt ihr </a:t>
            </a:r>
            <a:r>
              <a:rPr lang="de-DE" dirty="0" err="1"/>
              <a:t>feedback</a:t>
            </a:r>
            <a:r>
              <a:rPr lang="de-DE" dirty="0"/>
              <a:t> zu den </a:t>
            </a:r>
            <a:r>
              <a:rPr lang="de-DE" dirty="0" err="1"/>
              <a:t>serien</a:t>
            </a:r>
            <a:r>
              <a:rPr lang="de-DE" dirty="0"/>
              <a:t> (könnt auch später abgeben)</a:t>
            </a:r>
          </a:p>
        </p:txBody>
      </p:sp>
    </p:spTree>
    <p:extLst>
      <p:ext uri="{BB962C8B-B14F-4D97-AF65-F5344CB8AC3E}">
        <p14:creationId xmlns:p14="http://schemas.microsoft.com/office/powerpoint/2010/main" val="47047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3F7FE-A06D-7421-46AB-41FA9C90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brauche ich die Sachen später?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3CCFE8-982D-D3B4-E48B-DDE3C305A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Komplexe (mehrdimensionale) Funktionen: Immer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Mittelwertsatz: Analysis 2 und 3</a:t>
            </a:r>
          </a:p>
          <a:p>
            <a:endParaRPr lang="de-DE" dirty="0"/>
          </a:p>
          <a:p>
            <a:r>
              <a:rPr lang="de-DE" dirty="0"/>
              <a:t>Wegintegrale: Analysis, Physik</a:t>
            </a:r>
          </a:p>
          <a:p>
            <a:endParaRPr lang="de-DE" dirty="0"/>
          </a:p>
          <a:p>
            <a:r>
              <a:rPr lang="de-DE" dirty="0" err="1"/>
              <a:t>Fourierreihen</a:t>
            </a:r>
            <a:r>
              <a:rPr lang="de-DE" dirty="0"/>
              <a:t> und Fouriertransformation: Immer</a:t>
            </a:r>
          </a:p>
          <a:p>
            <a:endParaRPr lang="de-DE" dirty="0"/>
          </a:p>
          <a:p>
            <a:r>
              <a:rPr lang="de-DE" dirty="0"/>
              <a:t>Laplace-Transformation: Immer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64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Macintosh PowerPoint</Application>
  <PresentationFormat>Breitbild</PresentationFormat>
  <Paragraphs>71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Exercise Website</vt:lpstr>
      <vt:lpstr>PowerPoint-Präsentation</vt:lpstr>
      <vt:lpstr>PowerPoint-Präsentation</vt:lpstr>
      <vt:lpstr>PowerPoint-Präsentation</vt:lpstr>
      <vt:lpstr>PowerPoint-Präsentation</vt:lpstr>
      <vt:lpstr>Vorlesungen</vt:lpstr>
      <vt:lpstr>Bonus und Serien</vt:lpstr>
      <vt:lpstr>Wann brauche ich die Sachen später?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Jahnke  Robert</dc:creator>
  <cp:lastModifiedBy>Jahnke  Robert</cp:lastModifiedBy>
  <cp:revision>38</cp:revision>
  <dcterms:created xsi:type="dcterms:W3CDTF">2026-02-14T14:28:54Z</dcterms:created>
  <dcterms:modified xsi:type="dcterms:W3CDTF">2026-02-16T06:46:41Z</dcterms:modified>
</cp:coreProperties>
</file>