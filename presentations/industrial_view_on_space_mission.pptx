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 id="2147483673" r:id="rId2"/>
    <p:sldMasterId id="2147483661" r:id="rId3"/>
    <p:sldMasterId id="2147483676" r:id="rId4"/>
    <p:sldMasterId id="2147483670" r:id="rId5"/>
    <p:sldMasterId id="2147483664" r:id="rId6"/>
    <p:sldMasterId id="2147483667" r:id="rId7"/>
  </p:sldMasterIdLst>
  <p:notesMasterIdLst>
    <p:notesMasterId r:id="rId9"/>
  </p:notesMasterIdLst>
  <p:handoutMasterIdLst>
    <p:handoutMasterId r:id="rId10"/>
  </p:handoutMasterIdLst>
  <p:sldIdLst>
    <p:sldId id="256" r:id="rId8"/>
  </p:sldIdLst>
  <p:sldSz cx="15119350" cy="10691813"/>
  <p:notesSz cx="6858000" cy="9144000"/>
  <p:defaultTextStyle>
    <a:defPPr>
      <a:defRPr lang="de-DE"/>
    </a:defPPr>
    <a:lvl1pPr marL="0" algn="l" defTabSz="914317" rtl="0" eaLnBrk="1" latinLnBrk="0" hangingPunct="1">
      <a:defRPr sz="1800" kern="1200">
        <a:solidFill>
          <a:schemeClr val="tx1"/>
        </a:solidFill>
        <a:latin typeface="+mn-lt"/>
        <a:ea typeface="+mn-ea"/>
        <a:cs typeface="+mn-cs"/>
      </a:defRPr>
    </a:lvl1pPr>
    <a:lvl2pPr marL="457159" algn="l" defTabSz="914317" rtl="0" eaLnBrk="1" latinLnBrk="0" hangingPunct="1">
      <a:defRPr sz="1800" kern="1200">
        <a:solidFill>
          <a:schemeClr val="tx1"/>
        </a:solidFill>
        <a:latin typeface="+mn-lt"/>
        <a:ea typeface="+mn-ea"/>
        <a:cs typeface="+mn-cs"/>
      </a:defRPr>
    </a:lvl2pPr>
    <a:lvl3pPr marL="914317" algn="l" defTabSz="914317" rtl="0" eaLnBrk="1" latinLnBrk="0" hangingPunct="1">
      <a:defRPr sz="1800" kern="1200">
        <a:solidFill>
          <a:schemeClr val="tx1"/>
        </a:solidFill>
        <a:latin typeface="+mn-lt"/>
        <a:ea typeface="+mn-ea"/>
        <a:cs typeface="+mn-cs"/>
      </a:defRPr>
    </a:lvl3pPr>
    <a:lvl4pPr marL="1371476" algn="l" defTabSz="914317" rtl="0" eaLnBrk="1" latinLnBrk="0" hangingPunct="1">
      <a:defRPr sz="1800" kern="1200">
        <a:solidFill>
          <a:schemeClr val="tx1"/>
        </a:solidFill>
        <a:latin typeface="+mn-lt"/>
        <a:ea typeface="+mn-ea"/>
        <a:cs typeface="+mn-cs"/>
      </a:defRPr>
    </a:lvl4pPr>
    <a:lvl5pPr marL="1828635" algn="l" defTabSz="914317" rtl="0" eaLnBrk="1" latinLnBrk="0" hangingPunct="1">
      <a:defRPr sz="1800" kern="1200">
        <a:solidFill>
          <a:schemeClr val="tx1"/>
        </a:solidFill>
        <a:latin typeface="+mn-lt"/>
        <a:ea typeface="+mn-ea"/>
        <a:cs typeface="+mn-cs"/>
      </a:defRPr>
    </a:lvl5pPr>
    <a:lvl6pPr marL="2285795" algn="l" defTabSz="914317" rtl="0" eaLnBrk="1" latinLnBrk="0" hangingPunct="1">
      <a:defRPr sz="1800" kern="1200">
        <a:solidFill>
          <a:schemeClr val="tx1"/>
        </a:solidFill>
        <a:latin typeface="+mn-lt"/>
        <a:ea typeface="+mn-ea"/>
        <a:cs typeface="+mn-cs"/>
      </a:defRPr>
    </a:lvl6pPr>
    <a:lvl7pPr marL="2742954" algn="l" defTabSz="914317" rtl="0" eaLnBrk="1" latinLnBrk="0" hangingPunct="1">
      <a:defRPr sz="1800" kern="1200">
        <a:solidFill>
          <a:schemeClr val="tx1"/>
        </a:solidFill>
        <a:latin typeface="+mn-lt"/>
        <a:ea typeface="+mn-ea"/>
        <a:cs typeface="+mn-cs"/>
      </a:defRPr>
    </a:lvl7pPr>
    <a:lvl8pPr marL="3200113" algn="l" defTabSz="914317" rtl="0" eaLnBrk="1" latinLnBrk="0" hangingPunct="1">
      <a:defRPr sz="1800" kern="1200">
        <a:solidFill>
          <a:schemeClr val="tx1"/>
        </a:solidFill>
        <a:latin typeface="+mn-lt"/>
        <a:ea typeface="+mn-ea"/>
        <a:cs typeface="+mn-cs"/>
      </a:defRPr>
    </a:lvl8pPr>
    <a:lvl9pPr marL="3657271" algn="l" defTabSz="91431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49" autoAdjust="0"/>
    <p:restoredTop sz="94660"/>
  </p:normalViewPr>
  <p:slideViewPr>
    <p:cSldViewPr snapToGrid="0" showGuides="1">
      <p:cViewPr>
        <p:scale>
          <a:sx n="108" d="100"/>
          <a:sy n="108" d="100"/>
        </p:scale>
        <p:origin x="-1096" y="-2200"/>
      </p:cViewPr>
      <p:guideLst/>
    </p:cSldViewPr>
  </p:slideViewPr>
  <p:notesTextViewPr>
    <p:cViewPr>
      <p:scale>
        <a:sx n="1" d="1"/>
        <a:sy n="1" d="1"/>
      </p:scale>
      <p:origin x="0" y="0"/>
    </p:cViewPr>
  </p:notesTextViewPr>
  <p:notesViewPr>
    <p:cSldViewPr snapToGrid="0" showGuides="1">
      <p:cViewPr varScale="1">
        <p:scale>
          <a:sx n="80" d="100"/>
          <a:sy n="80" d="100"/>
        </p:scale>
        <p:origin x="4176" y="4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Master" Target="slideMasters/slideMaster7.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16.12.25</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‹Nr.›</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16.12.25</a:t>
            </a:fld>
            <a:endParaRPr lang="de-CH"/>
          </a:p>
        </p:txBody>
      </p:sp>
      <p:sp>
        <p:nvSpPr>
          <p:cNvPr id="4" name="Folienbildplatzhalt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‹Nr.›</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317" rtl="0" eaLnBrk="1" latinLnBrk="0" hangingPunct="1">
      <a:defRPr sz="1201" kern="1200">
        <a:solidFill>
          <a:schemeClr val="tx1"/>
        </a:solidFill>
        <a:latin typeface="+mn-lt"/>
        <a:ea typeface="+mn-ea"/>
        <a:cs typeface="+mn-cs"/>
      </a:defRPr>
    </a:lvl1pPr>
    <a:lvl2pPr marL="457159" algn="l" defTabSz="914317" rtl="0" eaLnBrk="1" latinLnBrk="0" hangingPunct="1">
      <a:defRPr sz="1201" kern="1200">
        <a:solidFill>
          <a:schemeClr val="tx1"/>
        </a:solidFill>
        <a:latin typeface="+mn-lt"/>
        <a:ea typeface="+mn-ea"/>
        <a:cs typeface="+mn-cs"/>
      </a:defRPr>
    </a:lvl2pPr>
    <a:lvl3pPr marL="914317" algn="l" defTabSz="914317" rtl="0" eaLnBrk="1" latinLnBrk="0" hangingPunct="1">
      <a:defRPr sz="1201" kern="1200">
        <a:solidFill>
          <a:schemeClr val="tx1"/>
        </a:solidFill>
        <a:latin typeface="+mn-lt"/>
        <a:ea typeface="+mn-ea"/>
        <a:cs typeface="+mn-cs"/>
      </a:defRPr>
    </a:lvl3pPr>
    <a:lvl4pPr marL="1371476" algn="l" defTabSz="914317" rtl="0" eaLnBrk="1" latinLnBrk="0" hangingPunct="1">
      <a:defRPr sz="1201" kern="1200">
        <a:solidFill>
          <a:schemeClr val="tx1"/>
        </a:solidFill>
        <a:latin typeface="+mn-lt"/>
        <a:ea typeface="+mn-ea"/>
        <a:cs typeface="+mn-cs"/>
      </a:defRPr>
    </a:lvl4pPr>
    <a:lvl5pPr marL="1828635" algn="l" defTabSz="914317" rtl="0" eaLnBrk="1" latinLnBrk="0" hangingPunct="1">
      <a:defRPr sz="1201" kern="1200">
        <a:solidFill>
          <a:schemeClr val="tx1"/>
        </a:solidFill>
        <a:latin typeface="+mn-lt"/>
        <a:ea typeface="+mn-ea"/>
        <a:cs typeface="+mn-cs"/>
      </a:defRPr>
    </a:lvl5pPr>
    <a:lvl6pPr marL="2285795" algn="l" defTabSz="914317" rtl="0" eaLnBrk="1" latinLnBrk="0" hangingPunct="1">
      <a:defRPr sz="1201" kern="1200">
        <a:solidFill>
          <a:schemeClr val="tx1"/>
        </a:solidFill>
        <a:latin typeface="+mn-lt"/>
        <a:ea typeface="+mn-ea"/>
        <a:cs typeface="+mn-cs"/>
      </a:defRPr>
    </a:lvl6pPr>
    <a:lvl7pPr marL="2742954" algn="l" defTabSz="914317" rtl="0" eaLnBrk="1" latinLnBrk="0" hangingPunct="1">
      <a:defRPr sz="1201" kern="1200">
        <a:solidFill>
          <a:schemeClr val="tx1"/>
        </a:solidFill>
        <a:latin typeface="+mn-lt"/>
        <a:ea typeface="+mn-ea"/>
        <a:cs typeface="+mn-cs"/>
      </a:defRPr>
    </a:lvl7pPr>
    <a:lvl8pPr marL="3200113" algn="l" defTabSz="914317" rtl="0" eaLnBrk="1" latinLnBrk="0" hangingPunct="1">
      <a:defRPr sz="1201" kern="1200">
        <a:solidFill>
          <a:schemeClr val="tx1"/>
        </a:solidFill>
        <a:latin typeface="+mn-lt"/>
        <a:ea typeface="+mn-ea"/>
        <a:cs typeface="+mn-cs"/>
      </a:defRPr>
    </a:lvl8pPr>
    <a:lvl9pPr marL="3657271" algn="l" defTabSz="914317" rtl="0" eaLnBrk="1" latinLnBrk="0" hangingPunct="1">
      <a:defRPr sz="120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1800000"/>
          </a:xfrm>
          <a:solidFill>
            <a:schemeClr val="accent1"/>
          </a:solidFill>
        </p:spPr>
        <p:txBody>
          <a:bodyPr lIns="360000" tIns="252000" rIns="360000" bIns="36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2" name="Fußzeilenplatzhalter 1">
            <a:extLst>
              <a:ext uri="{FF2B5EF4-FFF2-40B4-BE49-F238E27FC236}">
                <a16:creationId xmlns:a16="http://schemas.microsoft.com/office/drawing/2014/main" id="{00E19A06-1D42-4102-B080-F00C69BA9C2F}"/>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2" name="Bildplatzhalter 10">
            <a:extLst>
              <a:ext uri="{FF2B5EF4-FFF2-40B4-BE49-F238E27FC236}">
                <a16:creationId xmlns:a16="http://schemas.microsoft.com/office/drawing/2014/main" id="{5EFEB3E2-FFD5-497B-ADC1-6F53AF7ABC2B}"/>
              </a:ext>
            </a:extLst>
          </p:cNvPr>
          <p:cNvSpPr>
            <a:spLocks noGrp="1"/>
          </p:cNvSpPr>
          <p:nvPr>
            <p:ph type="pic" sz="quarter" idx="13"/>
          </p:nvPr>
        </p:nvSpPr>
        <p:spPr>
          <a:xfrm>
            <a:off x="12130724" y="9919063"/>
            <a:ext cx="2520000" cy="360000"/>
          </a:xfrm>
        </p:spPr>
        <p:txBody>
          <a:bodyPr/>
          <a:lstStyle>
            <a:lvl1pPr marL="0" indent="0">
              <a:buNone/>
              <a:defRPr/>
            </a:lvl1pPr>
          </a:lstStyle>
          <a:p>
            <a:r>
              <a:rPr lang="en-US" noProof="0"/>
              <a:t>Click icon to add picture</a:t>
            </a:r>
          </a:p>
        </p:txBody>
      </p:sp>
      <p:sp>
        <p:nvSpPr>
          <p:cNvPr id="14" name="Bildplatzhalter 10">
            <a:extLst>
              <a:ext uri="{FF2B5EF4-FFF2-40B4-BE49-F238E27FC236}">
                <a16:creationId xmlns:a16="http://schemas.microsoft.com/office/drawing/2014/main" id="{DDBE722E-7E3A-4A92-AB15-6A8CD7DA5721}"/>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18" name="Bildplatzhalter 10">
            <a:extLst>
              <a:ext uri="{FF2B5EF4-FFF2-40B4-BE49-F238E27FC236}">
                <a16:creationId xmlns:a16="http://schemas.microsoft.com/office/drawing/2014/main" id="{A610317A-CEDD-47D4-86F0-5A335B786334}"/>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19" name="Bildplatzhalter 10">
            <a:extLst>
              <a:ext uri="{FF2B5EF4-FFF2-40B4-BE49-F238E27FC236}">
                <a16:creationId xmlns:a16="http://schemas.microsoft.com/office/drawing/2014/main" id="{189F4EAD-B82C-4464-ACF5-D6FD5470B54E}"/>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r>
              <a:rPr lang="en-US" noProof="0"/>
              <a:t>Click icon to add picture</a:t>
            </a:r>
          </a:p>
        </p:txBody>
      </p:sp>
      <p:sp>
        <p:nvSpPr>
          <p:cNvPr id="20" name="Bildplatzhalter 10">
            <a:extLst>
              <a:ext uri="{FF2B5EF4-FFF2-40B4-BE49-F238E27FC236}">
                <a16:creationId xmlns:a16="http://schemas.microsoft.com/office/drawing/2014/main" id="{2CF46069-C7AB-422C-8B4E-79F6B838A533}"/>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21" name="Bildplatzhalter 10">
            <a:extLst>
              <a:ext uri="{FF2B5EF4-FFF2-40B4-BE49-F238E27FC236}">
                <a16:creationId xmlns:a16="http://schemas.microsoft.com/office/drawing/2014/main" id="{319E2093-F6C6-4470-AFFC-1702EEA6B772}"/>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22" name="Textfeld 21">
            <a:extLst>
              <a:ext uri="{FF2B5EF4-FFF2-40B4-BE49-F238E27FC236}">
                <a16:creationId xmlns:a16="http://schemas.microsoft.com/office/drawing/2014/main" id="{EB48752B-DE97-4C5B-8B6D-0B4320BC1845}"/>
              </a:ext>
            </a:extLst>
          </p:cNvPr>
          <p:cNvSpPr txBox="1"/>
          <p:nvPr userDrawn="1"/>
        </p:nvSpPr>
        <p:spPr>
          <a:xfrm>
            <a:off x="457199" y="9847585"/>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150150790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8388000"/>
          </a:xfrm>
          <a:solidFill>
            <a:schemeClr val="accent1"/>
          </a:solidFill>
        </p:spPr>
        <p:txBody>
          <a:bodyPr lIns="180000" tIns="180000" rIns="180000" bIns="18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Fußzeilenplatzhalter 1">
            <a:extLst>
              <a:ext uri="{FF2B5EF4-FFF2-40B4-BE49-F238E27FC236}">
                <a16:creationId xmlns:a16="http://schemas.microsoft.com/office/drawing/2014/main" id="{67F4CB34-3F02-4425-9A18-4792AC98A860}"/>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20" name="Bildplatzhalter 10">
            <a:extLst>
              <a:ext uri="{FF2B5EF4-FFF2-40B4-BE49-F238E27FC236}">
                <a16:creationId xmlns:a16="http://schemas.microsoft.com/office/drawing/2014/main" id="{2A725142-6099-4584-B519-30549D97D1A5}"/>
              </a:ext>
            </a:extLst>
          </p:cNvPr>
          <p:cNvSpPr>
            <a:spLocks noGrp="1"/>
          </p:cNvSpPr>
          <p:nvPr>
            <p:ph type="pic" sz="quarter" idx="13"/>
          </p:nvPr>
        </p:nvSpPr>
        <p:spPr>
          <a:xfrm>
            <a:off x="12130724" y="9919063"/>
            <a:ext cx="2520000" cy="360000"/>
          </a:xfrm>
        </p:spPr>
        <p:txBody>
          <a:bodyPr/>
          <a:lstStyle>
            <a:lvl1pPr marL="0" indent="0">
              <a:buNone/>
              <a:defRPr/>
            </a:lvl1pPr>
          </a:lstStyle>
          <a:p>
            <a:r>
              <a:rPr lang="en-US" noProof="0"/>
              <a:t>Click icon to add picture</a:t>
            </a:r>
          </a:p>
        </p:txBody>
      </p:sp>
      <p:sp>
        <p:nvSpPr>
          <p:cNvPr id="21" name="Bildplatzhalter 10">
            <a:extLst>
              <a:ext uri="{FF2B5EF4-FFF2-40B4-BE49-F238E27FC236}">
                <a16:creationId xmlns:a16="http://schemas.microsoft.com/office/drawing/2014/main" id="{63F0F987-96DC-4DFC-94AD-375E32516D70}"/>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22" name="Bildplatzhalter 10">
            <a:extLst>
              <a:ext uri="{FF2B5EF4-FFF2-40B4-BE49-F238E27FC236}">
                <a16:creationId xmlns:a16="http://schemas.microsoft.com/office/drawing/2014/main" id="{1CAC49D8-06C4-4771-BCFB-EC1E8FA47CB4}"/>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23" name="Bildplatzhalter 10">
            <a:extLst>
              <a:ext uri="{FF2B5EF4-FFF2-40B4-BE49-F238E27FC236}">
                <a16:creationId xmlns:a16="http://schemas.microsoft.com/office/drawing/2014/main" id="{59982832-D8A1-4E1E-82D1-2DFA5DD04D71}"/>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r>
              <a:rPr lang="en-US" noProof="0"/>
              <a:t>Click icon to add picture</a:t>
            </a:r>
          </a:p>
        </p:txBody>
      </p:sp>
      <p:sp>
        <p:nvSpPr>
          <p:cNvPr id="24" name="Bildplatzhalter 10">
            <a:extLst>
              <a:ext uri="{FF2B5EF4-FFF2-40B4-BE49-F238E27FC236}">
                <a16:creationId xmlns:a16="http://schemas.microsoft.com/office/drawing/2014/main" id="{45A7BE15-B88A-488D-B651-61D9B746F681}"/>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25" name="Bildplatzhalter 10">
            <a:extLst>
              <a:ext uri="{FF2B5EF4-FFF2-40B4-BE49-F238E27FC236}">
                <a16:creationId xmlns:a16="http://schemas.microsoft.com/office/drawing/2014/main" id="{56A2EB28-51F3-48BE-8E0D-405E4007DAE2}"/>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r>
              <a:rPr lang="en-US" noProof="0"/>
              <a:t>Click icon to add picture</a:t>
            </a:r>
            <a:endParaRPr lang="en-US" noProof="0" dirty="0"/>
          </a:p>
        </p:txBody>
      </p:sp>
      <p:sp>
        <p:nvSpPr>
          <p:cNvPr id="26" name="Textfeld 25">
            <a:extLst>
              <a:ext uri="{FF2B5EF4-FFF2-40B4-BE49-F238E27FC236}">
                <a16:creationId xmlns:a16="http://schemas.microsoft.com/office/drawing/2014/main" id="{6E26F8EF-508B-43DD-8AC3-7C201F36C92E}"/>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3531491308"/>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1800000"/>
          </a:xfrm>
          <a:solidFill>
            <a:schemeClr val="accent1"/>
          </a:solidFill>
        </p:spPr>
        <p:txBody>
          <a:bodyPr lIns="360000" tIns="252000" rIns="360000" bIns="36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84162523-E6B8-4E34-A53C-56944B02EB05}"/>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2" name="Bildplatzhalter 10">
            <a:extLst>
              <a:ext uri="{FF2B5EF4-FFF2-40B4-BE49-F238E27FC236}">
                <a16:creationId xmlns:a16="http://schemas.microsoft.com/office/drawing/2014/main" id="{61834DF9-F7BB-470F-9FC0-B111CE5DF8E8}"/>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14" name="Bildplatzhalter 10">
            <a:extLst>
              <a:ext uri="{FF2B5EF4-FFF2-40B4-BE49-F238E27FC236}">
                <a16:creationId xmlns:a16="http://schemas.microsoft.com/office/drawing/2014/main" id="{0AA98621-47D7-45AB-A5C8-CE18D0337673}"/>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18" name="Bildplatzhalter 10">
            <a:extLst>
              <a:ext uri="{FF2B5EF4-FFF2-40B4-BE49-F238E27FC236}">
                <a16:creationId xmlns:a16="http://schemas.microsoft.com/office/drawing/2014/main" id="{17BD5594-3E22-4E29-98BB-38ACE9A57483}"/>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19" name="Bildplatzhalter 10">
            <a:extLst>
              <a:ext uri="{FF2B5EF4-FFF2-40B4-BE49-F238E27FC236}">
                <a16:creationId xmlns:a16="http://schemas.microsoft.com/office/drawing/2014/main" id="{19F813B1-E411-4BFE-9970-E24BCA5E7BD9}"/>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0" name="Bildplatzhalter 10">
            <a:extLst>
              <a:ext uri="{FF2B5EF4-FFF2-40B4-BE49-F238E27FC236}">
                <a16:creationId xmlns:a16="http://schemas.microsoft.com/office/drawing/2014/main" id="{C0091DED-5798-4B05-B756-A252F39542D6}"/>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1" name="Bildplatzhalter 10">
            <a:extLst>
              <a:ext uri="{FF2B5EF4-FFF2-40B4-BE49-F238E27FC236}">
                <a16:creationId xmlns:a16="http://schemas.microsoft.com/office/drawing/2014/main" id="{9123FDDD-7BDA-436C-8C55-62848502AD36}"/>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Textfeld 21">
            <a:extLst>
              <a:ext uri="{FF2B5EF4-FFF2-40B4-BE49-F238E27FC236}">
                <a16:creationId xmlns:a16="http://schemas.microsoft.com/office/drawing/2014/main" id="{24C890EC-FEA6-4DDA-94A2-E9BDAD4C2A20}"/>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250797243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8388000"/>
          </a:xfrm>
          <a:solidFill>
            <a:schemeClr val="accent1"/>
          </a:solidFill>
        </p:spPr>
        <p:txBody>
          <a:bodyPr lIns="180000" tIns="180000" rIns="180000" bIns="18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06974701-DC7C-47A4-8871-1490E9052B53}"/>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20" name="Bildplatzhalter 10">
            <a:extLst>
              <a:ext uri="{FF2B5EF4-FFF2-40B4-BE49-F238E27FC236}">
                <a16:creationId xmlns:a16="http://schemas.microsoft.com/office/drawing/2014/main" id="{C917C4D9-DFE6-4E74-A3D8-CA6BBC12D90A}"/>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21" name="Bildplatzhalter 10">
            <a:extLst>
              <a:ext uri="{FF2B5EF4-FFF2-40B4-BE49-F238E27FC236}">
                <a16:creationId xmlns:a16="http://schemas.microsoft.com/office/drawing/2014/main" id="{0AACDDF9-C18A-4BA7-A21F-7666CBEBDD45}"/>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Bildplatzhalter 10">
            <a:extLst>
              <a:ext uri="{FF2B5EF4-FFF2-40B4-BE49-F238E27FC236}">
                <a16:creationId xmlns:a16="http://schemas.microsoft.com/office/drawing/2014/main" id="{CAAF3D04-2CAB-4956-8280-673FDA4012D0}"/>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3" name="Bildplatzhalter 10">
            <a:extLst>
              <a:ext uri="{FF2B5EF4-FFF2-40B4-BE49-F238E27FC236}">
                <a16:creationId xmlns:a16="http://schemas.microsoft.com/office/drawing/2014/main" id="{B8112895-EC52-4362-B333-E2EB1900CE07}"/>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4" name="Bildplatzhalter 10">
            <a:extLst>
              <a:ext uri="{FF2B5EF4-FFF2-40B4-BE49-F238E27FC236}">
                <a16:creationId xmlns:a16="http://schemas.microsoft.com/office/drawing/2014/main" id="{05F1D76E-E613-4EF6-A097-AB04653A24B9}"/>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5" name="Bildplatzhalter 10">
            <a:extLst>
              <a:ext uri="{FF2B5EF4-FFF2-40B4-BE49-F238E27FC236}">
                <a16:creationId xmlns:a16="http://schemas.microsoft.com/office/drawing/2014/main" id="{D766E487-F0A3-4F9A-810A-888764A3C364}"/>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6" name="Textfeld 25">
            <a:extLst>
              <a:ext uri="{FF2B5EF4-FFF2-40B4-BE49-F238E27FC236}">
                <a16:creationId xmlns:a16="http://schemas.microsoft.com/office/drawing/2014/main" id="{ADFE8028-132A-43E9-86D3-1B5D17013250}"/>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2620686744"/>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1800000"/>
          </a:xfrm>
          <a:solidFill>
            <a:schemeClr val="accent1"/>
          </a:solidFill>
        </p:spPr>
        <p:txBody>
          <a:bodyPr lIns="360000" tIns="252000" rIns="360000" bIns="36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04B59551-FA22-4CEF-BB05-1D81141A0AAC}"/>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2" name="Bildplatzhalter 10">
            <a:extLst>
              <a:ext uri="{FF2B5EF4-FFF2-40B4-BE49-F238E27FC236}">
                <a16:creationId xmlns:a16="http://schemas.microsoft.com/office/drawing/2014/main" id="{0B927EE0-B78F-4FF6-AABC-DB4240F63072}"/>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14" name="Bildplatzhalter 10">
            <a:extLst>
              <a:ext uri="{FF2B5EF4-FFF2-40B4-BE49-F238E27FC236}">
                <a16:creationId xmlns:a16="http://schemas.microsoft.com/office/drawing/2014/main" id="{8BA6702D-07AA-4A4A-9070-6E3DB378FA05}"/>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18" name="Bildplatzhalter 10">
            <a:extLst>
              <a:ext uri="{FF2B5EF4-FFF2-40B4-BE49-F238E27FC236}">
                <a16:creationId xmlns:a16="http://schemas.microsoft.com/office/drawing/2014/main" id="{EA55286C-2B53-432F-8809-A96505B11E57}"/>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19" name="Bildplatzhalter 10">
            <a:extLst>
              <a:ext uri="{FF2B5EF4-FFF2-40B4-BE49-F238E27FC236}">
                <a16:creationId xmlns:a16="http://schemas.microsoft.com/office/drawing/2014/main" id="{0C900044-E0A1-4D0B-B6D1-FADBBE342DAA}"/>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0" name="Bildplatzhalter 10">
            <a:extLst>
              <a:ext uri="{FF2B5EF4-FFF2-40B4-BE49-F238E27FC236}">
                <a16:creationId xmlns:a16="http://schemas.microsoft.com/office/drawing/2014/main" id="{4374D3C1-3516-4597-8312-C66CE974B78B}"/>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1" name="Bildplatzhalter 10">
            <a:extLst>
              <a:ext uri="{FF2B5EF4-FFF2-40B4-BE49-F238E27FC236}">
                <a16:creationId xmlns:a16="http://schemas.microsoft.com/office/drawing/2014/main" id="{37C46EF0-716A-4FD1-A6BA-8D4B0A133A95}"/>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Textfeld 21">
            <a:extLst>
              <a:ext uri="{FF2B5EF4-FFF2-40B4-BE49-F238E27FC236}">
                <a16:creationId xmlns:a16="http://schemas.microsoft.com/office/drawing/2014/main" id="{2CAB923B-03ED-486D-BA79-9F921C945B2E}"/>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406890286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8388000"/>
          </a:xfrm>
          <a:solidFill>
            <a:schemeClr val="accent1"/>
          </a:solidFill>
        </p:spPr>
        <p:txBody>
          <a:bodyPr lIns="180000" tIns="180000" rIns="180000" bIns="18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2A179006-44D6-4659-9166-857C664CDB5F}"/>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20" name="Bildplatzhalter 10">
            <a:extLst>
              <a:ext uri="{FF2B5EF4-FFF2-40B4-BE49-F238E27FC236}">
                <a16:creationId xmlns:a16="http://schemas.microsoft.com/office/drawing/2014/main" id="{0E44B3EF-4A7A-44D3-B301-04593E8C679E}"/>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21" name="Bildplatzhalter 10">
            <a:extLst>
              <a:ext uri="{FF2B5EF4-FFF2-40B4-BE49-F238E27FC236}">
                <a16:creationId xmlns:a16="http://schemas.microsoft.com/office/drawing/2014/main" id="{005E7565-9B0B-4E5C-BFE5-F9F3FC1643B5}"/>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Bildplatzhalter 10">
            <a:extLst>
              <a:ext uri="{FF2B5EF4-FFF2-40B4-BE49-F238E27FC236}">
                <a16:creationId xmlns:a16="http://schemas.microsoft.com/office/drawing/2014/main" id="{4EE55885-8FC1-48D8-988B-47FED06C3662}"/>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3" name="Bildplatzhalter 10">
            <a:extLst>
              <a:ext uri="{FF2B5EF4-FFF2-40B4-BE49-F238E27FC236}">
                <a16:creationId xmlns:a16="http://schemas.microsoft.com/office/drawing/2014/main" id="{F4A9FEA5-CE38-4C85-8604-FC2DC641AF3F}"/>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4" name="Bildplatzhalter 10">
            <a:extLst>
              <a:ext uri="{FF2B5EF4-FFF2-40B4-BE49-F238E27FC236}">
                <a16:creationId xmlns:a16="http://schemas.microsoft.com/office/drawing/2014/main" id="{58F0AAE0-FD1E-4301-9AF0-3A9AE4EA8DA7}"/>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5" name="Bildplatzhalter 10">
            <a:extLst>
              <a:ext uri="{FF2B5EF4-FFF2-40B4-BE49-F238E27FC236}">
                <a16:creationId xmlns:a16="http://schemas.microsoft.com/office/drawing/2014/main" id="{9755CC3C-E83F-4183-B51F-48ACD7E45A95}"/>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6" name="Textfeld 25">
            <a:extLst>
              <a:ext uri="{FF2B5EF4-FFF2-40B4-BE49-F238E27FC236}">
                <a16:creationId xmlns:a16="http://schemas.microsoft.com/office/drawing/2014/main" id="{CCEBD1FB-7437-44B4-9E00-0A5AD5066B84}"/>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344035493"/>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1800000"/>
          </a:xfrm>
          <a:solidFill>
            <a:schemeClr val="accent1"/>
          </a:solidFill>
        </p:spPr>
        <p:txBody>
          <a:bodyPr lIns="360000" tIns="252000" rIns="360000" bIns="36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FD8C87B3-D1EB-4324-9C41-1E57C71AEF4B}"/>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2" name="Bildplatzhalter 10">
            <a:extLst>
              <a:ext uri="{FF2B5EF4-FFF2-40B4-BE49-F238E27FC236}">
                <a16:creationId xmlns:a16="http://schemas.microsoft.com/office/drawing/2014/main" id="{48808A79-EC58-40C1-BBBA-02A1BAD0BE37}"/>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14" name="Bildplatzhalter 10">
            <a:extLst>
              <a:ext uri="{FF2B5EF4-FFF2-40B4-BE49-F238E27FC236}">
                <a16:creationId xmlns:a16="http://schemas.microsoft.com/office/drawing/2014/main" id="{AA727105-CD79-4CE8-A022-4117096FFE59}"/>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18" name="Bildplatzhalter 10">
            <a:extLst>
              <a:ext uri="{FF2B5EF4-FFF2-40B4-BE49-F238E27FC236}">
                <a16:creationId xmlns:a16="http://schemas.microsoft.com/office/drawing/2014/main" id="{B0F58DC6-484D-4D99-8F7B-0BEFC2E6AE49}"/>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19" name="Bildplatzhalter 10">
            <a:extLst>
              <a:ext uri="{FF2B5EF4-FFF2-40B4-BE49-F238E27FC236}">
                <a16:creationId xmlns:a16="http://schemas.microsoft.com/office/drawing/2014/main" id="{744BAC30-58E5-428C-A81B-37E0FF1D9A40}"/>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0" name="Bildplatzhalter 10">
            <a:extLst>
              <a:ext uri="{FF2B5EF4-FFF2-40B4-BE49-F238E27FC236}">
                <a16:creationId xmlns:a16="http://schemas.microsoft.com/office/drawing/2014/main" id="{7EC62C71-9C20-4232-9E78-CE00C87D75CA}"/>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1" name="Bildplatzhalter 10">
            <a:extLst>
              <a:ext uri="{FF2B5EF4-FFF2-40B4-BE49-F238E27FC236}">
                <a16:creationId xmlns:a16="http://schemas.microsoft.com/office/drawing/2014/main" id="{157CF452-7F20-489F-9FCB-83E0CA801B54}"/>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Textfeld 21">
            <a:extLst>
              <a:ext uri="{FF2B5EF4-FFF2-40B4-BE49-F238E27FC236}">
                <a16:creationId xmlns:a16="http://schemas.microsoft.com/office/drawing/2014/main" id="{87916654-6854-4AE7-BFAE-558B8BA18582}"/>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37426269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8388000"/>
          </a:xfrm>
          <a:solidFill>
            <a:schemeClr val="accent1"/>
          </a:solidFill>
        </p:spPr>
        <p:txBody>
          <a:bodyPr lIns="180000" tIns="180000" rIns="180000" bIns="18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ECBFF9AC-E972-4649-B8FA-AD10C1C8D96C}"/>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20" name="Bildplatzhalter 10">
            <a:extLst>
              <a:ext uri="{FF2B5EF4-FFF2-40B4-BE49-F238E27FC236}">
                <a16:creationId xmlns:a16="http://schemas.microsoft.com/office/drawing/2014/main" id="{CDF73621-EC15-4692-903F-98F8819145C3}"/>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21" name="Bildplatzhalter 10">
            <a:extLst>
              <a:ext uri="{FF2B5EF4-FFF2-40B4-BE49-F238E27FC236}">
                <a16:creationId xmlns:a16="http://schemas.microsoft.com/office/drawing/2014/main" id="{22BA4646-FE48-485E-9493-6A93CFC2B852}"/>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Bildplatzhalter 10">
            <a:extLst>
              <a:ext uri="{FF2B5EF4-FFF2-40B4-BE49-F238E27FC236}">
                <a16:creationId xmlns:a16="http://schemas.microsoft.com/office/drawing/2014/main" id="{826D8B9D-0E44-4B8D-B283-56322FA8350C}"/>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3" name="Bildplatzhalter 10">
            <a:extLst>
              <a:ext uri="{FF2B5EF4-FFF2-40B4-BE49-F238E27FC236}">
                <a16:creationId xmlns:a16="http://schemas.microsoft.com/office/drawing/2014/main" id="{080A6986-F4CB-4270-8345-D48BEDFACE8B}"/>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4" name="Bildplatzhalter 10">
            <a:extLst>
              <a:ext uri="{FF2B5EF4-FFF2-40B4-BE49-F238E27FC236}">
                <a16:creationId xmlns:a16="http://schemas.microsoft.com/office/drawing/2014/main" id="{57171097-7D25-47B3-B9C3-18B8FA83201E}"/>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5" name="Bildplatzhalter 10">
            <a:extLst>
              <a:ext uri="{FF2B5EF4-FFF2-40B4-BE49-F238E27FC236}">
                <a16:creationId xmlns:a16="http://schemas.microsoft.com/office/drawing/2014/main" id="{976E4B41-B142-4B5B-91FF-668D72C45B35}"/>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6" name="Textfeld 25">
            <a:extLst>
              <a:ext uri="{FF2B5EF4-FFF2-40B4-BE49-F238E27FC236}">
                <a16:creationId xmlns:a16="http://schemas.microsoft.com/office/drawing/2014/main" id="{53FFC906-84F1-43FD-BF48-819A8DBBBB60}"/>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387562908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1800000"/>
          </a:xfrm>
          <a:solidFill>
            <a:schemeClr val="accent1"/>
          </a:solidFill>
        </p:spPr>
        <p:txBody>
          <a:bodyPr lIns="360000" tIns="252000" rIns="360000" bIns="36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402110B5-A906-446F-9BFB-60533AEFC989}"/>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2" name="Bildplatzhalter 10">
            <a:extLst>
              <a:ext uri="{FF2B5EF4-FFF2-40B4-BE49-F238E27FC236}">
                <a16:creationId xmlns:a16="http://schemas.microsoft.com/office/drawing/2014/main" id="{3DF97E72-F61A-4CE0-81CB-A8F4C0E1F125}"/>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14" name="Bildplatzhalter 10">
            <a:extLst>
              <a:ext uri="{FF2B5EF4-FFF2-40B4-BE49-F238E27FC236}">
                <a16:creationId xmlns:a16="http://schemas.microsoft.com/office/drawing/2014/main" id="{6876C0E1-1360-435B-B20C-2813381CA847}"/>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18" name="Bildplatzhalter 10">
            <a:extLst>
              <a:ext uri="{FF2B5EF4-FFF2-40B4-BE49-F238E27FC236}">
                <a16:creationId xmlns:a16="http://schemas.microsoft.com/office/drawing/2014/main" id="{68EA8237-2316-4AD3-AB66-5C1D85A63B3E}"/>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19" name="Bildplatzhalter 10">
            <a:extLst>
              <a:ext uri="{FF2B5EF4-FFF2-40B4-BE49-F238E27FC236}">
                <a16:creationId xmlns:a16="http://schemas.microsoft.com/office/drawing/2014/main" id="{6FBB5B62-CD00-4CB2-93FF-82B753EC62BC}"/>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0" name="Bildplatzhalter 10">
            <a:extLst>
              <a:ext uri="{FF2B5EF4-FFF2-40B4-BE49-F238E27FC236}">
                <a16:creationId xmlns:a16="http://schemas.microsoft.com/office/drawing/2014/main" id="{80450C63-6BCE-40F9-8ECE-FD9FCDB672E0}"/>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1" name="Bildplatzhalter 10">
            <a:extLst>
              <a:ext uri="{FF2B5EF4-FFF2-40B4-BE49-F238E27FC236}">
                <a16:creationId xmlns:a16="http://schemas.microsoft.com/office/drawing/2014/main" id="{3E39A367-7A57-43E3-9665-14DCC0D93F83}"/>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Textfeld 21">
            <a:extLst>
              <a:ext uri="{FF2B5EF4-FFF2-40B4-BE49-F238E27FC236}">
                <a16:creationId xmlns:a16="http://schemas.microsoft.com/office/drawing/2014/main" id="{0B073EA7-4A35-4192-8ECE-7B77CEF64510}"/>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3083241488"/>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8388000"/>
          </a:xfrm>
          <a:solidFill>
            <a:schemeClr val="accent1"/>
          </a:solidFill>
        </p:spPr>
        <p:txBody>
          <a:bodyPr lIns="180000" tIns="180000" rIns="180000" bIns="18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42EC72B9-6CB2-414F-8D60-66ED7D616C54}"/>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20" name="Bildplatzhalter 10">
            <a:extLst>
              <a:ext uri="{FF2B5EF4-FFF2-40B4-BE49-F238E27FC236}">
                <a16:creationId xmlns:a16="http://schemas.microsoft.com/office/drawing/2014/main" id="{A3CB538B-8A35-4BDA-8F84-C2867BE91303}"/>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21" name="Bildplatzhalter 10">
            <a:extLst>
              <a:ext uri="{FF2B5EF4-FFF2-40B4-BE49-F238E27FC236}">
                <a16:creationId xmlns:a16="http://schemas.microsoft.com/office/drawing/2014/main" id="{E600CE54-5E86-4445-8D7D-B1D57466DD99}"/>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Bildplatzhalter 10">
            <a:extLst>
              <a:ext uri="{FF2B5EF4-FFF2-40B4-BE49-F238E27FC236}">
                <a16:creationId xmlns:a16="http://schemas.microsoft.com/office/drawing/2014/main" id="{76E11FB5-1472-41BC-AD63-F08EC0AA3DBC}"/>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3" name="Bildplatzhalter 10">
            <a:extLst>
              <a:ext uri="{FF2B5EF4-FFF2-40B4-BE49-F238E27FC236}">
                <a16:creationId xmlns:a16="http://schemas.microsoft.com/office/drawing/2014/main" id="{2F67CAD7-1759-46BF-8B16-E05D738CB8E3}"/>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4" name="Bildplatzhalter 10">
            <a:extLst>
              <a:ext uri="{FF2B5EF4-FFF2-40B4-BE49-F238E27FC236}">
                <a16:creationId xmlns:a16="http://schemas.microsoft.com/office/drawing/2014/main" id="{694475B4-3B0C-4B1D-88D8-62AB4914E8C3}"/>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5" name="Bildplatzhalter 10">
            <a:extLst>
              <a:ext uri="{FF2B5EF4-FFF2-40B4-BE49-F238E27FC236}">
                <a16:creationId xmlns:a16="http://schemas.microsoft.com/office/drawing/2014/main" id="{E7ADB0CB-3B25-476C-ADB8-205B7797BF55}"/>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6" name="Textfeld 25">
            <a:extLst>
              <a:ext uri="{FF2B5EF4-FFF2-40B4-BE49-F238E27FC236}">
                <a16:creationId xmlns:a16="http://schemas.microsoft.com/office/drawing/2014/main" id="{7217C85C-D1A1-41DF-8BB3-87655DA4B66F}"/>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185136066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1800000"/>
          </a:xfrm>
          <a:solidFill>
            <a:schemeClr val="accent1"/>
          </a:solidFill>
        </p:spPr>
        <p:txBody>
          <a:bodyPr lIns="360000" tIns="252000" rIns="360000" bIns="36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1B77DE06-886D-4293-83B8-4A493EF5A975}"/>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2" name="Bildplatzhalter 10">
            <a:extLst>
              <a:ext uri="{FF2B5EF4-FFF2-40B4-BE49-F238E27FC236}">
                <a16:creationId xmlns:a16="http://schemas.microsoft.com/office/drawing/2014/main" id="{1F026ED4-2F37-4900-A733-D673E6AB83A0}"/>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14" name="Bildplatzhalter 10">
            <a:extLst>
              <a:ext uri="{FF2B5EF4-FFF2-40B4-BE49-F238E27FC236}">
                <a16:creationId xmlns:a16="http://schemas.microsoft.com/office/drawing/2014/main" id="{CB2036D2-1883-4B36-BC5E-7C1E69E2DE52}"/>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18" name="Bildplatzhalter 10">
            <a:extLst>
              <a:ext uri="{FF2B5EF4-FFF2-40B4-BE49-F238E27FC236}">
                <a16:creationId xmlns:a16="http://schemas.microsoft.com/office/drawing/2014/main" id="{51DBD45A-4D08-42B8-8645-540BBD10FFFA}"/>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19" name="Bildplatzhalter 10">
            <a:extLst>
              <a:ext uri="{FF2B5EF4-FFF2-40B4-BE49-F238E27FC236}">
                <a16:creationId xmlns:a16="http://schemas.microsoft.com/office/drawing/2014/main" id="{FBEA796A-4550-4496-AE5D-36473F116B0C}"/>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0" name="Bildplatzhalter 10">
            <a:extLst>
              <a:ext uri="{FF2B5EF4-FFF2-40B4-BE49-F238E27FC236}">
                <a16:creationId xmlns:a16="http://schemas.microsoft.com/office/drawing/2014/main" id="{1A7776BE-11E3-4AD5-A1EF-46CF959DE3E4}"/>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1" name="Bildplatzhalter 10">
            <a:extLst>
              <a:ext uri="{FF2B5EF4-FFF2-40B4-BE49-F238E27FC236}">
                <a16:creationId xmlns:a16="http://schemas.microsoft.com/office/drawing/2014/main" id="{8F9D65A4-7AF7-44DB-85E7-110939E33B07}"/>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Textfeld 21">
            <a:extLst>
              <a:ext uri="{FF2B5EF4-FFF2-40B4-BE49-F238E27FC236}">
                <a16:creationId xmlns:a16="http://schemas.microsoft.com/office/drawing/2014/main" id="{8F9C2E3F-930D-422C-A03F-10F804E84DDB}"/>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49494486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8388000"/>
          </a:xfrm>
          <a:solidFill>
            <a:schemeClr val="accent1"/>
          </a:solidFill>
        </p:spPr>
        <p:txBody>
          <a:bodyPr lIns="180000" tIns="180000" rIns="180000" bIns="18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F2C64F97-5889-4FD5-A56B-78A1EEAB8DA8}"/>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3" name="Bildplatzhalter 10">
            <a:extLst>
              <a:ext uri="{FF2B5EF4-FFF2-40B4-BE49-F238E27FC236}">
                <a16:creationId xmlns:a16="http://schemas.microsoft.com/office/drawing/2014/main" id="{754B6939-68D1-4295-B5DD-6B70CEBC7705}"/>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14" name="Bildplatzhalter 10">
            <a:extLst>
              <a:ext uri="{FF2B5EF4-FFF2-40B4-BE49-F238E27FC236}">
                <a16:creationId xmlns:a16="http://schemas.microsoft.com/office/drawing/2014/main" id="{B6B21AF7-9BBC-47F4-86A7-3B2D9983278E}"/>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Bildplatzhalter 10">
            <a:extLst>
              <a:ext uri="{FF2B5EF4-FFF2-40B4-BE49-F238E27FC236}">
                <a16:creationId xmlns:a16="http://schemas.microsoft.com/office/drawing/2014/main" id="{6F6012F5-5CEA-4376-918A-5872FBD52F5F}"/>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3" name="Bildplatzhalter 10">
            <a:extLst>
              <a:ext uri="{FF2B5EF4-FFF2-40B4-BE49-F238E27FC236}">
                <a16:creationId xmlns:a16="http://schemas.microsoft.com/office/drawing/2014/main" id="{0223B5BC-4E64-41B3-81BA-7FC219F809B0}"/>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4" name="Bildplatzhalter 10">
            <a:extLst>
              <a:ext uri="{FF2B5EF4-FFF2-40B4-BE49-F238E27FC236}">
                <a16:creationId xmlns:a16="http://schemas.microsoft.com/office/drawing/2014/main" id="{1A792C96-65F1-4C4F-8A22-F1E222945994}"/>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5" name="Bildplatzhalter 10">
            <a:extLst>
              <a:ext uri="{FF2B5EF4-FFF2-40B4-BE49-F238E27FC236}">
                <a16:creationId xmlns:a16="http://schemas.microsoft.com/office/drawing/2014/main" id="{AB3FF500-E14D-499B-B2C2-C37116FC0D2F}"/>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6" name="Textfeld 25">
            <a:extLst>
              <a:ext uri="{FF2B5EF4-FFF2-40B4-BE49-F238E27FC236}">
                <a16:creationId xmlns:a16="http://schemas.microsoft.com/office/drawing/2014/main" id="{459B0CAB-C676-4E9A-9DCA-BCCDC2DDE950}"/>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420404117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osi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1800000"/>
          </a:xfrm>
          <a:solidFill>
            <a:schemeClr val="accent1"/>
          </a:solidFill>
        </p:spPr>
        <p:txBody>
          <a:bodyPr lIns="360000" tIns="252000" rIns="360000" bIns="36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1D38E34D-A1F0-4DB7-98C3-4EA7999A0C83}"/>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12" name="Bildplatzhalter 10">
            <a:extLst>
              <a:ext uri="{FF2B5EF4-FFF2-40B4-BE49-F238E27FC236}">
                <a16:creationId xmlns:a16="http://schemas.microsoft.com/office/drawing/2014/main" id="{67935B67-D8CC-43DF-8A99-0ED559274231}"/>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14" name="Bildplatzhalter 10">
            <a:extLst>
              <a:ext uri="{FF2B5EF4-FFF2-40B4-BE49-F238E27FC236}">
                <a16:creationId xmlns:a16="http://schemas.microsoft.com/office/drawing/2014/main" id="{801CEF2E-4A21-4091-9CAD-97C1D7A418D0}"/>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18" name="Bildplatzhalter 10">
            <a:extLst>
              <a:ext uri="{FF2B5EF4-FFF2-40B4-BE49-F238E27FC236}">
                <a16:creationId xmlns:a16="http://schemas.microsoft.com/office/drawing/2014/main" id="{B111AB39-6EAD-4102-B30B-6CBD16F4E740}"/>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19" name="Bildplatzhalter 10">
            <a:extLst>
              <a:ext uri="{FF2B5EF4-FFF2-40B4-BE49-F238E27FC236}">
                <a16:creationId xmlns:a16="http://schemas.microsoft.com/office/drawing/2014/main" id="{3BDC5FC5-ADBF-43AE-9473-5D53DE10FFE6}"/>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0" name="Bildplatzhalter 10">
            <a:extLst>
              <a:ext uri="{FF2B5EF4-FFF2-40B4-BE49-F238E27FC236}">
                <a16:creationId xmlns:a16="http://schemas.microsoft.com/office/drawing/2014/main" id="{82C86256-F72D-4FD2-907F-481A5F37B5A3}"/>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1" name="Bildplatzhalter 10">
            <a:extLst>
              <a:ext uri="{FF2B5EF4-FFF2-40B4-BE49-F238E27FC236}">
                <a16:creationId xmlns:a16="http://schemas.microsoft.com/office/drawing/2014/main" id="{EFE8797A-F305-4B87-AC61-E81C1DA1104B}"/>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Textfeld 21">
            <a:extLst>
              <a:ext uri="{FF2B5EF4-FFF2-40B4-BE49-F238E27FC236}">
                <a16:creationId xmlns:a16="http://schemas.microsoft.com/office/drawing/2014/main" id="{71F38DC8-C54B-4049-A56A-9C4D8D6E18D4}"/>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411881390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Negativ">
    <p:spTree>
      <p:nvGrpSpPr>
        <p:cNvPr id="1" name=""/>
        <p:cNvGrpSpPr/>
        <p:nvPr/>
      </p:nvGrpSpPr>
      <p:grpSpPr>
        <a:xfrm>
          <a:off x="0" y="0"/>
          <a:ext cx="0" cy="0"/>
          <a:chOff x="0" y="0"/>
          <a:chExt cx="0" cy="0"/>
        </a:xfrm>
      </p:grpSpPr>
      <p:sp>
        <p:nvSpPr>
          <p:cNvPr id="5" name="Textplatzhalter 4">
            <a:extLst>
              <a:ext uri="{FF2B5EF4-FFF2-40B4-BE49-F238E27FC236}">
                <a16:creationId xmlns:a16="http://schemas.microsoft.com/office/drawing/2014/main" id="{DA72A89A-2A28-456A-A1F8-ABE86BCB08EE}"/>
              </a:ext>
            </a:extLst>
          </p:cNvPr>
          <p:cNvSpPr>
            <a:spLocks noGrp="1"/>
          </p:cNvSpPr>
          <p:nvPr>
            <p:ph type="body" sz="quarter" idx="11"/>
          </p:nvPr>
        </p:nvSpPr>
        <p:spPr>
          <a:xfrm>
            <a:off x="466724" y="1277938"/>
            <a:ext cx="14184000" cy="8388000"/>
          </a:xfrm>
          <a:solidFill>
            <a:schemeClr val="accent1"/>
          </a:solidFill>
        </p:spPr>
        <p:txBody>
          <a:bodyPr lIns="180000" tIns="180000" rIns="180000" bIns="180000" anchor="t" anchorCtr="0"/>
          <a:lstStyle>
            <a:lvl1pPr marL="0" indent="0">
              <a:lnSpc>
                <a:spcPct val="100000"/>
              </a:lnSpc>
              <a:spcBef>
                <a:spcPts val="0"/>
              </a:spcBef>
              <a:buNone/>
              <a:defRPr sz="4000">
                <a:solidFill>
                  <a:schemeClr val="bg1"/>
                </a:solidFill>
              </a:defRPr>
            </a:lvl1pPr>
            <a:lvl2pPr marL="0" indent="0">
              <a:lnSpc>
                <a:spcPct val="100000"/>
              </a:lnSpc>
              <a:spcBef>
                <a:spcPts val="0"/>
              </a:spcBef>
              <a:buNone/>
              <a:defRPr sz="1430">
                <a:solidFill>
                  <a:schemeClr val="bg1"/>
                </a:solidFill>
              </a:defRPr>
            </a:lvl2pPr>
            <a:lvl3pPr marL="0" indent="0">
              <a:lnSpc>
                <a:spcPct val="100000"/>
              </a:lnSpc>
              <a:spcBef>
                <a:spcPts val="0"/>
              </a:spcBef>
              <a:buNone/>
              <a:defRPr sz="1430">
                <a:solidFill>
                  <a:schemeClr val="bg1"/>
                </a:solidFill>
              </a:defRPr>
            </a:lvl3pPr>
            <a:lvl4pPr marL="0" indent="0">
              <a:lnSpc>
                <a:spcPct val="100000"/>
              </a:lnSpc>
              <a:spcBef>
                <a:spcPts val="0"/>
              </a:spcBef>
              <a:buNone/>
              <a:defRPr sz="1430">
                <a:solidFill>
                  <a:schemeClr val="bg1"/>
                </a:solidFill>
              </a:defRPr>
            </a:lvl4pPr>
            <a:lvl5pPr marL="0" indent="0">
              <a:lnSpc>
                <a:spcPct val="100000"/>
              </a:lnSpc>
              <a:spcBef>
                <a:spcPts val="0"/>
              </a:spcBef>
              <a:buNone/>
              <a:defRPr sz="1430">
                <a:solidFill>
                  <a:schemeClr val="bg1"/>
                </a:solidFill>
              </a:defRPr>
            </a:lvl5p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2" name="Fußzeilenplatzhalter 1">
            <a:extLst>
              <a:ext uri="{FF2B5EF4-FFF2-40B4-BE49-F238E27FC236}">
                <a16:creationId xmlns:a16="http://schemas.microsoft.com/office/drawing/2014/main" id="{762C5CAC-3504-4715-82C6-5CD60C0521C6}"/>
              </a:ext>
            </a:extLst>
          </p:cNvPr>
          <p:cNvSpPr>
            <a:spLocks noGrp="1"/>
          </p:cNvSpPr>
          <p:nvPr>
            <p:ph type="ftr" sz="quarter" idx="23"/>
          </p:nvPr>
        </p:nvSpPr>
        <p:spPr/>
        <p:txBody>
          <a:bodyPr/>
          <a:lstStyle/>
          <a:p>
            <a:r>
              <a:rPr lang="de-DE"/>
              <a:t>Organisationseinheit verbal </a:t>
            </a:r>
            <a:br>
              <a:rPr lang="de-DE"/>
            </a:br>
            <a:r>
              <a:rPr lang="de-DE"/>
              <a:t>optional auf 2 Zeilen</a:t>
            </a:r>
            <a:endParaRPr lang="en-US" dirty="0"/>
          </a:p>
        </p:txBody>
      </p:sp>
      <p:sp>
        <p:nvSpPr>
          <p:cNvPr id="20" name="Bildplatzhalter 10">
            <a:extLst>
              <a:ext uri="{FF2B5EF4-FFF2-40B4-BE49-F238E27FC236}">
                <a16:creationId xmlns:a16="http://schemas.microsoft.com/office/drawing/2014/main" id="{385A4EDE-D8AE-455A-B864-7A9AC8A27751}"/>
              </a:ext>
            </a:extLst>
          </p:cNvPr>
          <p:cNvSpPr>
            <a:spLocks noGrp="1"/>
          </p:cNvSpPr>
          <p:nvPr>
            <p:ph type="pic" sz="quarter" idx="13"/>
          </p:nvPr>
        </p:nvSpPr>
        <p:spPr>
          <a:xfrm>
            <a:off x="12130724" y="9919063"/>
            <a:ext cx="2520000" cy="360000"/>
          </a:xfrm>
        </p:spPr>
        <p:txBody>
          <a:bodyPr/>
          <a:lstStyle>
            <a:lvl1pPr marL="0" indent="0">
              <a:buNone/>
              <a:defRPr/>
            </a:lvl1pPr>
          </a:lstStyle>
          <a:p>
            <a:endParaRPr lang="en-US" noProof="0"/>
          </a:p>
        </p:txBody>
      </p:sp>
      <p:sp>
        <p:nvSpPr>
          <p:cNvPr id="21" name="Bildplatzhalter 10">
            <a:extLst>
              <a:ext uri="{FF2B5EF4-FFF2-40B4-BE49-F238E27FC236}">
                <a16:creationId xmlns:a16="http://schemas.microsoft.com/office/drawing/2014/main" id="{DD8890C9-6D3F-4981-B997-26E078ABDCAE}"/>
              </a:ext>
            </a:extLst>
          </p:cNvPr>
          <p:cNvSpPr>
            <a:spLocks noGrp="1"/>
          </p:cNvSpPr>
          <p:nvPr>
            <p:ph type="pic" sz="quarter" idx="14"/>
          </p:nvPr>
        </p:nvSpPr>
        <p:spPr>
          <a:xfrm>
            <a:off x="387755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2" name="Bildplatzhalter 10">
            <a:extLst>
              <a:ext uri="{FF2B5EF4-FFF2-40B4-BE49-F238E27FC236}">
                <a16:creationId xmlns:a16="http://schemas.microsoft.com/office/drawing/2014/main" id="{CE2D8A29-4C6B-4F2A-8A4D-CEEA287C687E}"/>
              </a:ext>
            </a:extLst>
          </p:cNvPr>
          <p:cNvSpPr>
            <a:spLocks noGrp="1"/>
          </p:cNvSpPr>
          <p:nvPr>
            <p:ph type="pic" sz="quarter" idx="15"/>
          </p:nvPr>
        </p:nvSpPr>
        <p:spPr>
          <a:xfrm>
            <a:off x="492789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3" name="Bildplatzhalter 10">
            <a:extLst>
              <a:ext uri="{FF2B5EF4-FFF2-40B4-BE49-F238E27FC236}">
                <a16:creationId xmlns:a16="http://schemas.microsoft.com/office/drawing/2014/main" id="{080492D7-D7FC-4CE3-8433-F71D6B3A5B56}"/>
              </a:ext>
            </a:extLst>
          </p:cNvPr>
          <p:cNvSpPr>
            <a:spLocks noGrp="1"/>
          </p:cNvSpPr>
          <p:nvPr>
            <p:ph type="pic" sz="quarter" idx="16"/>
          </p:nvPr>
        </p:nvSpPr>
        <p:spPr>
          <a:xfrm>
            <a:off x="5978243" y="9918700"/>
            <a:ext cx="900000" cy="360000"/>
          </a:xfrm>
        </p:spPr>
        <p:txBody>
          <a:bodyPr/>
          <a:lstStyle>
            <a:lvl1pPr marL="0" indent="0" algn="l">
              <a:lnSpc>
                <a:spcPct val="100000"/>
              </a:lnSpc>
              <a:spcBef>
                <a:spcPts val="0"/>
              </a:spcBef>
              <a:buNone/>
              <a:defRPr sz="700"/>
            </a:lvl1pPr>
          </a:lstStyle>
          <a:p>
            <a:endParaRPr lang="en-US" noProof="0"/>
          </a:p>
        </p:txBody>
      </p:sp>
      <p:sp>
        <p:nvSpPr>
          <p:cNvPr id="24" name="Bildplatzhalter 10">
            <a:extLst>
              <a:ext uri="{FF2B5EF4-FFF2-40B4-BE49-F238E27FC236}">
                <a16:creationId xmlns:a16="http://schemas.microsoft.com/office/drawing/2014/main" id="{16A541E8-C288-4FBE-AE7C-44CDB3510834}"/>
              </a:ext>
            </a:extLst>
          </p:cNvPr>
          <p:cNvSpPr>
            <a:spLocks noGrp="1"/>
          </p:cNvSpPr>
          <p:nvPr>
            <p:ph type="pic" sz="quarter" idx="17"/>
          </p:nvPr>
        </p:nvSpPr>
        <p:spPr>
          <a:xfrm>
            <a:off x="2827208" y="9918700"/>
            <a:ext cx="900000" cy="360000"/>
          </a:xfrm>
        </p:spPr>
        <p:txBody>
          <a:bodyPr/>
          <a:lstStyle>
            <a:lvl1pPr marL="0" indent="0" algn="l">
              <a:lnSpc>
                <a:spcPct val="100000"/>
              </a:lnSpc>
              <a:spcBef>
                <a:spcPts val="0"/>
              </a:spcBef>
              <a:buNone/>
              <a:defRPr sz="700"/>
            </a:lvl1pPr>
          </a:lstStyle>
          <a:p>
            <a:endParaRPr lang="en-US" noProof="0" dirty="0"/>
          </a:p>
        </p:txBody>
      </p:sp>
      <p:sp>
        <p:nvSpPr>
          <p:cNvPr id="25" name="Bildplatzhalter 10">
            <a:extLst>
              <a:ext uri="{FF2B5EF4-FFF2-40B4-BE49-F238E27FC236}">
                <a16:creationId xmlns:a16="http://schemas.microsoft.com/office/drawing/2014/main" id="{19C245D7-1468-4A29-BDEE-5F9032F2B90C}"/>
              </a:ext>
            </a:extLst>
          </p:cNvPr>
          <p:cNvSpPr>
            <a:spLocks noGrp="1"/>
          </p:cNvSpPr>
          <p:nvPr>
            <p:ph type="pic" sz="quarter" idx="18"/>
          </p:nvPr>
        </p:nvSpPr>
        <p:spPr>
          <a:xfrm>
            <a:off x="1776863" y="9918700"/>
            <a:ext cx="900000" cy="360000"/>
          </a:xfrm>
        </p:spPr>
        <p:txBody>
          <a:bodyPr/>
          <a:lstStyle>
            <a:lvl1pPr marL="0" indent="0" algn="l">
              <a:lnSpc>
                <a:spcPct val="100000"/>
              </a:lnSpc>
              <a:spcBef>
                <a:spcPts val="0"/>
              </a:spcBef>
              <a:buNone/>
              <a:defRPr sz="700"/>
            </a:lvl1pPr>
          </a:lstStyle>
          <a:p>
            <a:endParaRPr lang="en-US" noProof="0" dirty="0"/>
          </a:p>
        </p:txBody>
      </p:sp>
      <p:sp>
        <p:nvSpPr>
          <p:cNvPr id="26" name="Textfeld 25">
            <a:extLst>
              <a:ext uri="{FF2B5EF4-FFF2-40B4-BE49-F238E27FC236}">
                <a16:creationId xmlns:a16="http://schemas.microsoft.com/office/drawing/2014/main" id="{7ABAFE56-6695-43BA-BB7A-3C9EE87D5165}"/>
              </a:ext>
            </a:extLst>
          </p:cNvPr>
          <p:cNvSpPr txBox="1"/>
          <p:nvPr userDrawn="1"/>
        </p:nvSpPr>
        <p:spPr>
          <a:xfrm>
            <a:off x="457199" y="9846000"/>
            <a:ext cx="1224000" cy="252000"/>
          </a:xfrm>
          <a:prstGeom prst="rect">
            <a:avLst/>
          </a:prstGeom>
          <a:noFill/>
        </p:spPr>
        <p:txBody>
          <a:bodyPr wrap="square" lIns="0" tIns="0" rIns="0" bIns="0" rtlCol="0" anchor="ctr" anchorCtr="0">
            <a:noAutofit/>
          </a:bodyPr>
          <a:lstStyle/>
          <a:p>
            <a:pPr algn="l"/>
            <a:r>
              <a:rPr lang="en-US" sz="1200" baseline="0" dirty="0"/>
              <a:t>Partner/Sponsor:</a:t>
            </a:r>
          </a:p>
        </p:txBody>
      </p:sp>
    </p:spTree>
    <p:extLst>
      <p:ext uri="{BB962C8B-B14F-4D97-AF65-F5344CB8AC3E}">
        <p14:creationId xmlns:p14="http://schemas.microsoft.com/office/powerpoint/2010/main" val="670377753"/>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0.xml"/><Relationship Id="rId1" Type="http://schemas.openxmlformats.org/officeDocument/2006/relationships/slideLayout" Target="../slideLayouts/slideLayout9.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2.xml"/><Relationship Id="rId1" Type="http://schemas.openxmlformats.org/officeDocument/2006/relationships/slideLayout" Target="../slideLayouts/slideLayout11.xml"/><Relationship Id="rId5" Type="http://schemas.openxmlformats.org/officeDocument/2006/relationships/image" Target="../media/image2.svg"/><Relationship Id="rId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14.xml"/><Relationship Id="rId1" Type="http://schemas.openxmlformats.org/officeDocument/2006/relationships/slideLayout" Target="../slideLayouts/slideLayout13.xml"/><Relationship Id="rId5" Type="http://schemas.openxmlformats.org/officeDocument/2006/relationships/image" Target="../media/image2.sv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466724" y="1277938"/>
            <a:ext cx="14184000" cy="1800225"/>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466724" y="3276000"/>
            <a:ext cx="14184000" cy="6372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6" name="Fußzeilenplatzhalter 4">
            <a:extLst>
              <a:ext uri="{FF2B5EF4-FFF2-40B4-BE49-F238E27FC236}">
                <a16:creationId xmlns:a16="http://schemas.microsoft.com/office/drawing/2014/main" id="{1A5762E4-5BD8-46A9-9346-5C45AE1045DB}"/>
              </a:ext>
            </a:extLst>
          </p:cNvPr>
          <p:cNvSpPr>
            <a:spLocks noGrp="1"/>
          </p:cNvSpPr>
          <p:nvPr>
            <p:ph type="ftr" sz="quarter" idx="3"/>
          </p:nvPr>
        </p:nvSpPr>
        <p:spPr>
          <a:xfrm>
            <a:off x="12420625" y="432000"/>
            <a:ext cx="2232000" cy="432000"/>
          </a:xfrm>
          <a:prstGeom prst="rect">
            <a:avLst/>
          </a:prstGeom>
        </p:spPr>
        <p:txBody>
          <a:bodyPr vert="horz" lIns="0" tIns="0" rIns="0" bIns="0" rtlCol="0" anchor="b" anchorCtr="0"/>
          <a:lstStyle>
            <a:lvl1pPr algn="l">
              <a:defRPr sz="1430">
                <a:solidFill>
                  <a:schemeClr val="tx1"/>
                </a:solidFill>
              </a:defRPr>
            </a:lvl1pPr>
          </a:lstStyle>
          <a:p>
            <a:r>
              <a:rPr lang="de-DE" dirty="0"/>
              <a:t>Organisationseinheit verbal </a:t>
            </a:r>
            <a:br>
              <a:rPr lang="de-DE" dirty="0"/>
            </a:br>
            <a:r>
              <a:rPr lang="de-DE" dirty="0"/>
              <a:t>optional auf 2 Zeilen</a:t>
            </a:r>
            <a:endParaRPr lang="en-US" dirty="0"/>
          </a:p>
        </p:txBody>
      </p:sp>
      <p:pic>
        <p:nvPicPr>
          <p:cNvPr id="7" name="Grafik 6">
            <a:extLst>
              <a:ext uri="{FF2B5EF4-FFF2-40B4-BE49-F238E27FC236}">
                <a16:creationId xmlns:a16="http://schemas.microsoft.com/office/drawing/2014/main" id="{8820C951-C3B0-4592-8D9D-A9FB344617C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725" y="469601"/>
            <a:ext cx="2206957" cy="360000"/>
          </a:xfrm>
          <a:prstGeom prst="rect">
            <a:avLst/>
          </a:prstGeom>
        </p:spPr>
      </p:pic>
    </p:spTree>
    <p:extLst>
      <p:ext uri="{BB962C8B-B14F-4D97-AF65-F5344CB8AC3E}">
        <p14:creationId xmlns:p14="http://schemas.microsoft.com/office/powerpoint/2010/main" val="2949506915"/>
      </p:ext>
    </p:extLst>
  </p:cSld>
  <p:clrMap bg1="lt1" tx1="dk1" bg2="lt2" tx2="dk2" accent1="accent1" accent2="accent2" accent3="accent3" accent4="accent4" accent5="accent5" accent6="accent6" hlink="hlink" folHlink="folHlink"/>
  <p:sldLayoutIdLst>
    <p:sldLayoutId id="2147483659" r:id="rId1"/>
    <p:sldLayoutId id="2147483660" r:id="rId2"/>
  </p:sldLayoutIdLst>
  <p:hf hdr="0"/>
  <p:txStyles>
    <p:titleStyle>
      <a:lvl1pPr algn="l" defTabSz="401058" rtl="0" eaLnBrk="1" latinLnBrk="0" hangingPunct="1">
        <a:lnSpc>
          <a:spcPct val="90000"/>
        </a:lnSpc>
        <a:spcBef>
          <a:spcPct val="0"/>
        </a:spcBef>
        <a:buNone/>
        <a:defRPr sz="2829" kern="1200">
          <a:solidFill>
            <a:schemeClr val="tx1"/>
          </a:solidFill>
          <a:latin typeface="+mj-lt"/>
          <a:ea typeface="+mj-ea"/>
          <a:cs typeface="+mj-cs"/>
        </a:defRPr>
      </a:lvl1pPr>
    </p:titleStyle>
    <p:bodyStyle>
      <a:lvl1pPr marL="127309" indent="-127309" algn="l" defTabSz="401058" rtl="0" eaLnBrk="1" latinLnBrk="0" hangingPunct="1">
        <a:lnSpc>
          <a:spcPts val="1096"/>
        </a:lnSpc>
        <a:spcBef>
          <a:spcPts val="141"/>
        </a:spcBef>
        <a:buFont typeface="Arial" panose="020B0604020202020204" pitchFamily="34" charset="0"/>
        <a:buChar char="•"/>
        <a:defRPr sz="849" kern="1200">
          <a:solidFill>
            <a:schemeClr val="tx1"/>
          </a:solidFill>
          <a:latin typeface="+mn-lt"/>
          <a:ea typeface="+mn-ea"/>
          <a:cs typeface="+mn-cs"/>
        </a:defRPr>
      </a:lvl1pPr>
      <a:lvl2pPr marL="254619"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2pPr>
      <a:lvl3pPr marL="381928"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3pPr>
      <a:lvl4pPr marL="509236"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4pPr>
      <a:lvl5pPr marL="636545"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5pPr>
      <a:lvl6pPr marL="1102907"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6pPr>
      <a:lvl7pPr marL="1303436"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7pPr>
      <a:lvl8pPr marL="1503965"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8pPr>
      <a:lvl9pPr marL="1704493"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9pPr>
    </p:bodyStyle>
    <p:otherStyle>
      <a:defPPr>
        <a:defRPr lang="de-DE"/>
      </a:defPPr>
      <a:lvl1pPr marL="0" algn="l" defTabSz="401058" rtl="0" eaLnBrk="1" latinLnBrk="0" hangingPunct="1">
        <a:defRPr sz="790" kern="1200">
          <a:solidFill>
            <a:schemeClr val="tx1"/>
          </a:solidFill>
          <a:latin typeface="+mn-lt"/>
          <a:ea typeface="+mn-ea"/>
          <a:cs typeface="+mn-cs"/>
        </a:defRPr>
      </a:lvl1pPr>
      <a:lvl2pPr marL="200529" algn="l" defTabSz="401058" rtl="0" eaLnBrk="1" latinLnBrk="0" hangingPunct="1">
        <a:defRPr sz="790" kern="1200">
          <a:solidFill>
            <a:schemeClr val="tx1"/>
          </a:solidFill>
          <a:latin typeface="+mn-lt"/>
          <a:ea typeface="+mn-ea"/>
          <a:cs typeface="+mn-cs"/>
        </a:defRPr>
      </a:lvl2pPr>
      <a:lvl3pPr marL="401058" algn="l" defTabSz="401058" rtl="0" eaLnBrk="1" latinLnBrk="0" hangingPunct="1">
        <a:defRPr sz="790" kern="1200">
          <a:solidFill>
            <a:schemeClr val="tx1"/>
          </a:solidFill>
          <a:latin typeface="+mn-lt"/>
          <a:ea typeface="+mn-ea"/>
          <a:cs typeface="+mn-cs"/>
        </a:defRPr>
      </a:lvl3pPr>
      <a:lvl4pPr marL="601586" algn="l" defTabSz="401058" rtl="0" eaLnBrk="1" latinLnBrk="0" hangingPunct="1">
        <a:defRPr sz="790" kern="1200">
          <a:solidFill>
            <a:schemeClr val="tx1"/>
          </a:solidFill>
          <a:latin typeface="+mn-lt"/>
          <a:ea typeface="+mn-ea"/>
          <a:cs typeface="+mn-cs"/>
        </a:defRPr>
      </a:lvl4pPr>
      <a:lvl5pPr marL="802115" algn="l" defTabSz="401058" rtl="0" eaLnBrk="1" latinLnBrk="0" hangingPunct="1">
        <a:defRPr sz="790" kern="1200">
          <a:solidFill>
            <a:schemeClr val="tx1"/>
          </a:solidFill>
          <a:latin typeface="+mn-lt"/>
          <a:ea typeface="+mn-ea"/>
          <a:cs typeface="+mn-cs"/>
        </a:defRPr>
      </a:lvl5pPr>
      <a:lvl6pPr marL="1002643" algn="l" defTabSz="401058" rtl="0" eaLnBrk="1" latinLnBrk="0" hangingPunct="1">
        <a:defRPr sz="790" kern="1200">
          <a:solidFill>
            <a:schemeClr val="tx1"/>
          </a:solidFill>
          <a:latin typeface="+mn-lt"/>
          <a:ea typeface="+mn-ea"/>
          <a:cs typeface="+mn-cs"/>
        </a:defRPr>
      </a:lvl6pPr>
      <a:lvl7pPr marL="1203171" algn="l" defTabSz="401058" rtl="0" eaLnBrk="1" latinLnBrk="0" hangingPunct="1">
        <a:defRPr sz="790" kern="1200">
          <a:solidFill>
            <a:schemeClr val="tx1"/>
          </a:solidFill>
          <a:latin typeface="+mn-lt"/>
          <a:ea typeface="+mn-ea"/>
          <a:cs typeface="+mn-cs"/>
        </a:defRPr>
      </a:lvl7pPr>
      <a:lvl8pPr marL="1403701" algn="l" defTabSz="401058" rtl="0" eaLnBrk="1" latinLnBrk="0" hangingPunct="1">
        <a:defRPr sz="790" kern="1200">
          <a:solidFill>
            <a:schemeClr val="tx1"/>
          </a:solidFill>
          <a:latin typeface="+mn-lt"/>
          <a:ea typeface="+mn-ea"/>
          <a:cs typeface="+mn-cs"/>
        </a:defRPr>
      </a:lvl8pPr>
      <a:lvl9pPr marL="1604229" algn="l" defTabSz="401058" rtl="0" eaLnBrk="1" latinLnBrk="0" hangingPunct="1">
        <a:defRPr sz="79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94">
          <p15:clr>
            <a:srgbClr val="F26B43"/>
          </p15:clr>
        </p15:guide>
        <p15:guide id="3" pos="9230">
          <p15:clr>
            <a:srgbClr val="F26B43"/>
          </p15:clr>
        </p15:guide>
        <p15:guide id="4" orient="horz" pos="805">
          <p15:clr>
            <a:srgbClr val="F26B43"/>
          </p15:clr>
        </p15:guide>
        <p15:guide id="6" orient="horz" pos="6475" userDrawn="1">
          <p15:clr>
            <a:srgbClr val="F26B43"/>
          </p15:clr>
        </p15:guide>
        <p15:guide id="8" orient="horz" pos="6078" userDrawn="1">
          <p15:clr>
            <a:srgbClr val="F26B43"/>
          </p15:clr>
        </p15:guide>
        <p15:guide id="10" pos="3311">
          <p15:clr>
            <a:srgbClr val="F26B43"/>
          </p15:clr>
        </p15:guide>
        <p15:guide id="11" pos="3197">
          <p15:clr>
            <a:srgbClr val="F26B43"/>
          </p15:clr>
        </p15:guide>
        <p15:guide id="13" pos="6214">
          <p15:clr>
            <a:srgbClr val="F26B43"/>
          </p15:clr>
        </p15:guide>
        <p15:guide id="14" pos="6327">
          <p15:clr>
            <a:srgbClr val="F26B43"/>
          </p15:clr>
        </p15:guide>
        <p15:guide id="15" orient="horz" pos="520" userDrawn="1">
          <p15:clr>
            <a:srgbClr val="F26B43"/>
          </p15:clr>
        </p15:guide>
        <p15:guide id="16" orient="horz" pos="294" userDrawn="1">
          <p15:clr>
            <a:srgbClr val="F26B43"/>
          </p15:clr>
        </p15:guide>
        <p15:guide id="17" orient="horz" pos="624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466724" y="1277938"/>
            <a:ext cx="14184000" cy="1800225"/>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466724" y="3276000"/>
            <a:ext cx="14184000" cy="6372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6" name="Fußzeilenplatzhalter 4">
            <a:extLst>
              <a:ext uri="{FF2B5EF4-FFF2-40B4-BE49-F238E27FC236}">
                <a16:creationId xmlns:a16="http://schemas.microsoft.com/office/drawing/2014/main" id="{CAAF905D-D96C-418F-B3C8-761B8BEBD766}"/>
              </a:ext>
            </a:extLst>
          </p:cNvPr>
          <p:cNvSpPr>
            <a:spLocks noGrp="1"/>
          </p:cNvSpPr>
          <p:nvPr>
            <p:ph type="ftr" sz="quarter" idx="3"/>
          </p:nvPr>
        </p:nvSpPr>
        <p:spPr>
          <a:xfrm>
            <a:off x="12420000" y="432000"/>
            <a:ext cx="2232000" cy="432000"/>
          </a:xfrm>
          <a:prstGeom prst="rect">
            <a:avLst/>
          </a:prstGeom>
        </p:spPr>
        <p:txBody>
          <a:bodyPr vert="horz" lIns="0" tIns="0" rIns="0" bIns="0" rtlCol="0" anchor="b" anchorCtr="0"/>
          <a:lstStyle>
            <a:lvl1pPr algn="l">
              <a:defRPr sz="1430">
                <a:solidFill>
                  <a:schemeClr val="tx1"/>
                </a:solidFill>
              </a:defRPr>
            </a:lvl1pPr>
          </a:lstStyle>
          <a:p>
            <a:r>
              <a:rPr lang="de-DE" dirty="0"/>
              <a:t>Organisationseinheit verbal </a:t>
            </a:r>
            <a:br>
              <a:rPr lang="de-DE" dirty="0"/>
            </a:br>
            <a:r>
              <a:rPr lang="de-DE" dirty="0"/>
              <a:t>optional auf 2 Zeilen</a:t>
            </a:r>
            <a:endParaRPr lang="en-US" dirty="0"/>
          </a:p>
        </p:txBody>
      </p:sp>
      <p:pic>
        <p:nvPicPr>
          <p:cNvPr id="7" name="Grafik 6">
            <a:extLst>
              <a:ext uri="{FF2B5EF4-FFF2-40B4-BE49-F238E27FC236}">
                <a16:creationId xmlns:a16="http://schemas.microsoft.com/office/drawing/2014/main" id="{EE2AE623-6C3F-4FA6-942C-28503164FF4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725" y="469601"/>
            <a:ext cx="2206957" cy="360000"/>
          </a:xfrm>
          <a:prstGeom prst="rect">
            <a:avLst/>
          </a:prstGeom>
        </p:spPr>
      </p:pic>
    </p:spTree>
    <p:extLst>
      <p:ext uri="{BB962C8B-B14F-4D97-AF65-F5344CB8AC3E}">
        <p14:creationId xmlns:p14="http://schemas.microsoft.com/office/powerpoint/2010/main" val="2548192187"/>
      </p:ext>
    </p:extLst>
  </p:cSld>
  <p:clrMap bg1="lt1" tx1="dk1" bg2="lt2" tx2="dk2" accent1="accent1" accent2="accent2" accent3="accent3" accent4="accent4" accent5="accent5" accent6="accent6" hlink="hlink" folHlink="folHlink"/>
  <p:sldLayoutIdLst>
    <p:sldLayoutId id="2147483674" r:id="rId1"/>
    <p:sldLayoutId id="2147483675" r:id="rId2"/>
  </p:sldLayoutIdLst>
  <p:hf hdr="0"/>
  <p:txStyles>
    <p:titleStyle>
      <a:lvl1pPr algn="l" defTabSz="401058" rtl="0" eaLnBrk="1" latinLnBrk="0" hangingPunct="1">
        <a:lnSpc>
          <a:spcPct val="90000"/>
        </a:lnSpc>
        <a:spcBef>
          <a:spcPct val="0"/>
        </a:spcBef>
        <a:buNone/>
        <a:defRPr sz="2829" kern="1200">
          <a:solidFill>
            <a:schemeClr val="tx1"/>
          </a:solidFill>
          <a:latin typeface="+mj-lt"/>
          <a:ea typeface="+mj-ea"/>
          <a:cs typeface="+mj-cs"/>
        </a:defRPr>
      </a:lvl1pPr>
    </p:titleStyle>
    <p:bodyStyle>
      <a:lvl1pPr marL="127309" indent="-127309" algn="l" defTabSz="401058" rtl="0" eaLnBrk="1" latinLnBrk="0" hangingPunct="1">
        <a:lnSpc>
          <a:spcPts val="1096"/>
        </a:lnSpc>
        <a:spcBef>
          <a:spcPts val="141"/>
        </a:spcBef>
        <a:buFont typeface="Arial" panose="020B0604020202020204" pitchFamily="34" charset="0"/>
        <a:buChar char="•"/>
        <a:defRPr sz="849" kern="1200">
          <a:solidFill>
            <a:schemeClr val="tx1"/>
          </a:solidFill>
          <a:latin typeface="+mn-lt"/>
          <a:ea typeface="+mn-ea"/>
          <a:cs typeface="+mn-cs"/>
        </a:defRPr>
      </a:lvl1pPr>
      <a:lvl2pPr marL="254619"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2pPr>
      <a:lvl3pPr marL="381928"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3pPr>
      <a:lvl4pPr marL="509236"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4pPr>
      <a:lvl5pPr marL="636545"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5pPr>
      <a:lvl6pPr marL="1102907"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6pPr>
      <a:lvl7pPr marL="1303436"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7pPr>
      <a:lvl8pPr marL="1503965"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8pPr>
      <a:lvl9pPr marL="1704493"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9pPr>
    </p:bodyStyle>
    <p:otherStyle>
      <a:defPPr>
        <a:defRPr lang="de-DE"/>
      </a:defPPr>
      <a:lvl1pPr marL="0" algn="l" defTabSz="401058" rtl="0" eaLnBrk="1" latinLnBrk="0" hangingPunct="1">
        <a:defRPr sz="790" kern="1200">
          <a:solidFill>
            <a:schemeClr val="tx1"/>
          </a:solidFill>
          <a:latin typeface="+mn-lt"/>
          <a:ea typeface="+mn-ea"/>
          <a:cs typeface="+mn-cs"/>
        </a:defRPr>
      </a:lvl1pPr>
      <a:lvl2pPr marL="200529" algn="l" defTabSz="401058" rtl="0" eaLnBrk="1" latinLnBrk="0" hangingPunct="1">
        <a:defRPr sz="790" kern="1200">
          <a:solidFill>
            <a:schemeClr val="tx1"/>
          </a:solidFill>
          <a:latin typeface="+mn-lt"/>
          <a:ea typeface="+mn-ea"/>
          <a:cs typeface="+mn-cs"/>
        </a:defRPr>
      </a:lvl2pPr>
      <a:lvl3pPr marL="401058" algn="l" defTabSz="401058" rtl="0" eaLnBrk="1" latinLnBrk="0" hangingPunct="1">
        <a:defRPr sz="790" kern="1200">
          <a:solidFill>
            <a:schemeClr val="tx1"/>
          </a:solidFill>
          <a:latin typeface="+mn-lt"/>
          <a:ea typeface="+mn-ea"/>
          <a:cs typeface="+mn-cs"/>
        </a:defRPr>
      </a:lvl3pPr>
      <a:lvl4pPr marL="601586" algn="l" defTabSz="401058" rtl="0" eaLnBrk="1" latinLnBrk="0" hangingPunct="1">
        <a:defRPr sz="790" kern="1200">
          <a:solidFill>
            <a:schemeClr val="tx1"/>
          </a:solidFill>
          <a:latin typeface="+mn-lt"/>
          <a:ea typeface="+mn-ea"/>
          <a:cs typeface="+mn-cs"/>
        </a:defRPr>
      </a:lvl4pPr>
      <a:lvl5pPr marL="802115" algn="l" defTabSz="401058" rtl="0" eaLnBrk="1" latinLnBrk="0" hangingPunct="1">
        <a:defRPr sz="790" kern="1200">
          <a:solidFill>
            <a:schemeClr val="tx1"/>
          </a:solidFill>
          <a:latin typeface="+mn-lt"/>
          <a:ea typeface="+mn-ea"/>
          <a:cs typeface="+mn-cs"/>
        </a:defRPr>
      </a:lvl5pPr>
      <a:lvl6pPr marL="1002643" algn="l" defTabSz="401058" rtl="0" eaLnBrk="1" latinLnBrk="0" hangingPunct="1">
        <a:defRPr sz="790" kern="1200">
          <a:solidFill>
            <a:schemeClr val="tx1"/>
          </a:solidFill>
          <a:latin typeface="+mn-lt"/>
          <a:ea typeface="+mn-ea"/>
          <a:cs typeface="+mn-cs"/>
        </a:defRPr>
      </a:lvl6pPr>
      <a:lvl7pPr marL="1203171" algn="l" defTabSz="401058" rtl="0" eaLnBrk="1" latinLnBrk="0" hangingPunct="1">
        <a:defRPr sz="790" kern="1200">
          <a:solidFill>
            <a:schemeClr val="tx1"/>
          </a:solidFill>
          <a:latin typeface="+mn-lt"/>
          <a:ea typeface="+mn-ea"/>
          <a:cs typeface="+mn-cs"/>
        </a:defRPr>
      </a:lvl7pPr>
      <a:lvl8pPr marL="1403701" algn="l" defTabSz="401058" rtl="0" eaLnBrk="1" latinLnBrk="0" hangingPunct="1">
        <a:defRPr sz="790" kern="1200">
          <a:solidFill>
            <a:schemeClr val="tx1"/>
          </a:solidFill>
          <a:latin typeface="+mn-lt"/>
          <a:ea typeface="+mn-ea"/>
          <a:cs typeface="+mn-cs"/>
        </a:defRPr>
      </a:lvl8pPr>
      <a:lvl9pPr marL="1604229" algn="l" defTabSz="401058" rtl="0" eaLnBrk="1" latinLnBrk="0" hangingPunct="1">
        <a:defRPr sz="79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94">
          <p15:clr>
            <a:srgbClr val="F26B43"/>
          </p15:clr>
        </p15:guide>
        <p15:guide id="3" pos="9230">
          <p15:clr>
            <a:srgbClr val="F26B43"/>
          </p15:clr>
        </p15:guide>
        <p15:guide id="4" orient="horz" pos="805">
          <p15:clr>
            <a:srgbClr val="F26B43"/>
          </p15:clr>
        </p15:guide>
        <p15:guide id="6" orient="horz" pos="6475" userDrawn="1">
          <p15:clr>
            <a:srgbClr val="F26B43"/>
          </p15:clr>
        </p15:guide>
        <p15:guide id="8" orient="horz" pos="6078" userDrawn="1">
          <p15:clr>
            <a:srgbClr val="F26B43"/>
          </p15:clr>
        </p15:guide>
        <p15:guide id="10" pos="3311">
          <p15:clr>
            <a:srgbClr val="F26B43"/>
          </p15:clr>
        </p15:guide>
        <p15:guide id="11" pos="3197">
          <p15:clr>
            <a:srgbClr val="F26B43"/>
          </p15:clr>
        </p15:guide>
        <p15:guide id="13" pos="6214">
          <p15:clr>
            <a:srgbClr val="F26B43"/>
          </p15:clr>
        </p15:guide>
        <p15:guide id="14" pos="6327">
          <p15:clr>
            <a:srgbClr val="F26B43"/>
          </p15:clr>
        </p15:guide>
        <p15:guide id="15" orient="horz" pos="6248" userDrawn="1">
          <p15:clr>
            <a:srgbClr val="F26B43"/>
          </p15:clr>
        </p15:guide>
        <p15:guide id="16" orient="horz" pos="519" userDrawn="1">
          <p15:clr>
            <a:srgbClr val="F26B43"/>
          </p15:clr>
        </p15:guide>
        <p15:guide id="17" orient="horz" pos="29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466724" y="1277938"/>
            <a:ext cx="14184000" cy="1800225"/>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466724" y="3276000"/>
            <a:ext cx="14184000" cy="6372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6" name="Fußzeilenplatzhalter 4">
            <a:extLst>
              <a:ext uri="{FF2B5EF4-FFF2-40B4-BE49-F238E27FC236}">
                <a16:creationId xmlns:a16="http://schemas.microsoft.com/office/drawing/2014/main" id="{3D8AD51F-4A05-42F1-BA03-82FBBC93CC6E}"/>
              </a:ext>
            </a:extLst>
          </p:cNvPr>
          <p:cNvSpPr>
            <a:spLocks noGrp="1"/>
          </p:cNvSpPr>
          <p:nvPr>
            <p:ph type="ftr" sz="quarter" idx="3"/>
          </p:nvPr>
        </p:nvSpPr>
        <p:spPr>
          <a:xfrm>
            <a:off x="12420000" y="432000"/>
            <a:ext cx="2232000" cy="432000"/>
          </a:xfrm>
          <a:prstGeom prst="rect">
            <a:avLst/>
          </a:prstGeom>
        </p:spPr>
        <p:txBody>
          <a:bodyPr vert="horz" lIns="0" tIns="0" rIns="0" bIns="0" rtlCol="0" anchor="b" anchorCtr="0"/>
          <a:lstStyle>
            <a:lvl1pPr algn="l">
              <a:defRPr sz="1430">
                <a:solidFill>
                  <a:schemeClr val="tx1"/>
                </a:solidFill>
              </a:defRPr>
            </a:lvl1pPr>
          </a:lstStyle>
          <a:p>
            <a:r>
              <a:rPr lang="de-DE" dirty="0"/>
              <a:t>Organisationseinheit verbal </a:t>
            </a:r>
            <a:br>
              <a:rPr lang="de-DE" dirty="0"/>
            </a:br>
            <a:r>
              <a:rPr lang="de-DE" dirty="0"/>
              <a:t>optional auf 2 Zeilen</a:t>
            </a:r>
            <a:endParaRPr lang="en-US" dirty="0"/>
          </a:p>
        </p:txBody>
      </p:sp>
      <p:pic>
        <p:nvPicPr>
          <p:cNvPr id="7" name="Grafik 6">
            <a:extLst>
              <a:ext uri="{FF2B5EF4-FFF2-40B4-BE49-F238E27FC236}">
                <a16:creationId xmlns:a16="http://schemas.microsoft.com/office/drawing/2014/main" id="{E4767A6B-F38C-482E-BE82-363F9A3ACA6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725" y="469601"/>
            <a:ext cx="2206957" cy="360000"/>
          </a:xfrm>
          <a:prstGeom prst="rect">
            <a:avLst/>
          </a:prstGeom>
        </p:spPr>
      </p:pic>
    </p:spTree>
    <p:extLst>
      <p:ext uri="{BB962C8B-B14F-4D97-AF65-F5344CB8AC3E}">
        <p14:creationId xmlns:p14="http://schemas.microsoft.com/office/powerpoint/2010/main" val="3878054536"/>
      </p:ext>
    </p:extLst>
  </p:cSld>
  <p:clrMap bg1="lt1" tx1="dk1" bg2="lt2" tx2="dk2" accent1="accent1" accent2="accent2" accent3="accent3" accent4="accent4" accent5="accent5" accent6="accent6" hlink="hlink" folHlink="folHlink"/>
  <p:sldLayoutIdLst>
    <p:sldLayoutId id="2147483662" r:id="rId1"/>
    <p:sldLayoutId id="2147483663" r:id="rId2"/>
  </p:sldLayoutIdLst>
  <p:hf hdr="0"/>
  <p:txStyles>
    <p:titleStyle>
      <a:lvl1pPr algn="l" defTabSz="401058" rtl="0" eaLnBrk="1" latinLnBrk="0" hangingPunct="1">
        <a:lnSpc>
          <a:spcPct val="90000"/>
        </a:lnSpc>
        <a:spcBef>
          <a:spcPct val="0"/>
        </a:spcBef>
        <a:buNone/>
        <a:defRPr sz="2829" kern="1200">
          <a:solidFill>
            <a:schemeClr val="tx1"/>
          </a:solidFill>
          <a:latin typeface="+mj-lt"/>
          <a:ea typeface="+mj-ea"/>
          <a:cs typeface="+mj-cs"/>
        </a:defRPr>
      </a:lvl1pPr>
    </p:titleStyle>
    <p:bodyStyle>
      <a:lvl1pPr marL="127309" indent="-127309" algn="l" defTabSz="401058" rtl="0" eaLnBrk="1" latinLnBrk="0" hangingPunct="1">
        <a:lnSpc>
          <a:spcPts val="1096"/>
        </a:lnSpc>
        <a:spcBef>
          <a:spcPts val="141"/>
        </a:spcBef>
        <a:buFont typeface="Arial" panose="020B0604020202020204" pitchFamily="34" charset="0"/>
        <a:buChar char="•"/>
        <a:defRPr sz="849" kern="1200">
          <a:solidFill>
            <a:schemeClr val="tx1"/>
          </a:solidFill>
          <a:latin typeface="+mn-lt"/>
          <a:ea typeface="+mn-ea"/>
          <a:cs typeface="+mn-cs"/>
        </a:defRPr>
      </a:lvl1pPr>
      <a:lvl2pPr marL="254619"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2pPr>
      <a:lvl3pPr marL="381928"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3pPr>
      <a:lvl4pPr marL="509236"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4pPr>
      <a:lvl5pPr marL="636545"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5pPr>
      <a:lvl6pPr marL="1102907"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6pPr>
      <a:lvl7pPr marL="1303436"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7pPr>
      <a:lvl8pPr marL="1503965"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8pPr>
      <a:lvl9pPr marL="1704493"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9pPr>
    </p:bodyStyle>
    <p:otherStyle>
      <a:defPPr>
        <a:defRPr lang="de-DE"/>
      </a:defPPr>
      <a:lvl1pPr marL="0" algn="l" defTabSz="401058" rtl="0" eaLnBrk="1" latinLnBrk="0" hangingPunct="1">
        <a:defRPr sz="790" kern="1200">
          <a:solidFill>
            <a:schemeClr val="tx1"/>
          </a:solidFill>
          <a:latin typeface="+mn-lt"/>
          <a:ea typeface="+mn-ea"/>
          <a:cs typeface="+mn-cs"/>
        </a:defRPr>
      </a:lvl1pPr>
      <a:lvl2pPr marL="200529" algn="l" defTabSz="401058" rtl="0" eaLnBrk="1" latinLnBrk="0" hangingPunct="1">
        <a:defRPr sz="790" kern="1200">
          <a:solidFill>
            <a:schemeClr val="tx1"/>
          </a:solidFill>
          <a:latin typeface="+mn-lt"/>
          <a:ea typeface="+mn-ea"/>
          <a:cs typeface="+mn-cs"/>
        </a:defRPr>
      </a:lvl2pPr>
      <a:lvl3pPr marL="401058" algn="l" defTabSz="401058" rtl="0" eaLnBrk="1" latinLnBrk="0" hangingPunct="1">
        <a:defRPr sz="790" kern="1200">
          <a:solidFill>
            <a:schemeClr val="tx1"/>
          </a:solidFill>
          <a:latin typeface="+mn-lt"/>
          <a:ea typeface="+mn-ea"/>
          <a:cs typeface="+mn-cs"/>
        </a:defRPr>
      </a:lvl3pPr>
      <a:lvl4pPr marL="601586" algn="l" defTabSz="401058" rtl="0" eaLnBrk="1" latinLnBrk="0" hangingPunct="1">
        <a:defRPr sz="790" kern="1200">
          <a:solidFill>
            <a:schemeClr val="tx1"/>
          </a:solidFill>
          <a:latin typeface="+mn-lt"/>
          <a:ea typeface="+mn-ea"/>
          <a:cs typeface="+mn-cs"/>
        </a:defRPr>
      </a:lvl4pPr>
      <a:lvl5pPr marL="802115" algn="l" defTabSz="401058" rtl="0" eaLnBrk="1" latinLnBrk="0" hangingPunct="1">
        <a:defRPr sz="790" kern="1200">
          <a:solidFill>
            <a:schemeClr val="tx1"/>
          </a:solidFill>
          <a:latin typeface="+mn-lt"/>
          <a:ea typeface="+mn-ea"/>
          <a:cs typeface="+mn-cs"/>
        </a:defRPr>
      </a:lvl5pPr>
      <a:lvl6pPr marL="1002643" algn="l" defTabSz="401058" rtl="0" eaLnBrk="1" latinLnBrk="0" hangingPunct="1">
        <a:defRPr sz="790" kern="1200">
          <a:solidFill>
            <a:schemeClr val="tx1"/>
          </a:solidFill>
          <a:latin typeface="+mn-lt"/>
          <a:ea typeface="+mn-ea"/>
          <a:cs typeface="+mn-cs"/>
        </a:defRPr>
      </a:lvl6pPr>
      <a:lvl7pPr marL="1203171" algn="l" defTabSz="401058" rtl="0" eaLnBrk="1" latinLnBrk="0" hangingPunct="1">
        <a:defRPr sz="790" kern="1200">
          <a:solidFill>
            <a:schemeClr val="tx1"/>
          </a:solidFill>
          <a:latin typeface="+mn-lt"/>
          <a:ea typeface="+mn-ea"/>
          <a:cs typeface="+mn-cs"/>
        </a:defRPr>
      </a:lvl7pPr>
      <a:lvl8pPr marL="1403701" algn="l" defTabSz="401058" rtl="0" eaLnBrk="1" latinLnBrk="0" hangingPunct="1">
        <a:defRPr sz="790" kern="1200">
          <a:solidFill>
            <a:schemeClr val="tx1"/>
          </a:solidFill>
          <a:latin typeface="+mn-lt"/>
          <a:ea typeface="+mn-ea"/>
          <a:cs typeface="+mn-cs"/>
        </a:defRPr>
      </a:lvl8pPr>
      <a:lvl9pPr marL="1604229" algn="l" defTabSz="401058" rtl="0" eaLnBrk="1" latinLnBrk="0" hangingPunct="1">
        <a:defRPr sz="79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94">
          <p15:clr>
            <a:srgbClr val="F26B43"/>
          </p15:clr>
        </p15:guide>
        <p15:guide id="3" pos="9230">
          <p15:clr>
            <a:srgbClr val="F26B43"/>
          </p15:clr>
        </p15:guide>
        <p15:guide id="4" orient="horz" pos="805">
          <p15:clr>
            <a:srgbClr val="F26B43"/>
          </p15:clr>
        </p15:guide>
        <p15:guide id="6" orient="horz" pos="6475" userDrawn="1">
          <p15:clr>
            <a:srgbClr val="F26B43"/>
          </p15:clr>
        </p15:guide>
        <p15:guide id="8" orient="horz" pos="6078" userDrawn="1">
          <p15:clr>
            <a:srgbClr val="F26B43"/>
          </p15:clr>
        </p15:guide>
        <p15:guide id="10" pos="3311">
          <p15:clr>
            <a:srgbClr val="F26B43"/>
          </p15:clr>
        </p15:guide>
        <p15:guide id="11" pos="3197">
          <p15:clr>
            <a:srgbClr val="F26B43"/>
          </p15:clr>
        </p15:guide>
        <p15:guide id="13" pos="6214">
          <p15:clr>
            <a:srgbClr val="F26B43"/>
          </p15:clr>
        </p15:guide>
        <p15:guide id="14" pos="6327">
          <p15:clr>
            <a:srgbClr val="F26B43"/>
          </p15:clr>
        </p15:guide>
        <p15:guide id="15" orient="horz" pos="6248" userDrawn="1">
          <p15:clr>
            <a:srgbClr val="F26B43"/>
          </p15:clr>
        </p15:guide>
        <p15:guide id="16" orient="horz" pos="519" userDrawn="1">
          <p15:clr>
            <a:srgbClr val="F26B43"/>
          </p15:clr>
        </p15:guide>
        <p15:guide id="17" orient="horz" pos="29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466724" y="1277938"/>
            <a:ext cx="14184000" cy="1800225"/>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466724" y="3276000"/>
            <a:ext cx="14184000" cy="6372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6" name="Fußzeilenplatzhalter 4">
            <a:extLst>
              <a:ext uri="{FF2B5EF4-FFF2-40B4-BE49-F238E27FC236}">
                <a16:creationId xmlns:a16="http://schemas.microsoft.com/office/drawing/2014/main" id="{E186A42F-A4F8-4C06-BF3D-D614C5802040}"/>
              </a:ext>
            </a:extLst>
          </p:cNvPr>
          <p:cNvSpPr>
            <a:spLocks noGrp="1"/>
          </p:cNvSpPr>
          <p:nvPr>
            <p:ph type="ftr" sz="quarter" idx="3"/>
          </p:nvPr>
        </p:nvSpPr>
        <p:spPr>
          <a:xfrm>
            <a:off x="12420000" y="432000"/>
            <a:ext cx="2232000" cy="432000"/>
          </a:xfrm>
          <a:prstGeom prst="rect">
            <a:avLst/>
          </a:prstGeom>
        </p:spPr>
        <p:txBody>
          <a:bodyPr vert="horz" lIns="0" tIns="0" rIns="0" bIns="0" rtlCol="0" anchor="b" anchorCtr="0"/>
          <a:lstStyle>
            <a:lvl1pPr algn="l">
              <a:defRPr sz="1430">
                <a:solidFill>
                  <a:schemeClr val="tx1"/>
                </a:solidFill>
              </a:defRPr>
            </a:lvl1pPr>
          </a:lstStyle>
          <a:p>
            <a:r>
              <a:rPr lang="de-DE" dirty="0"/>
              <a:t>Organisationseinheit verbal </a:t>
            </a:r>
            <a:br>
              <a:rPr lang="de-DE" dirty="0"/>
            </a:br>
            <a:r>
              <a:rPr lang="de-DE" dirty="0"/>
              <a:t>optional auf 2 Zeilen</a:t>
            </a:r>
            <a:endParaRPr lang="en-US" dirty="0"/>
          </a:p>
        </p:txBody>
      </p:sp>
      <p:pic>
        <p:nvPicPr>
          <p:cNvPr id="7" name="Grafik 6">
            <a:extLst>
              <a:ext uri="{FF2B5EF4-FFF2-40B4-BE49-F238E27FC236}">
                <a16:creationId xmlns:a16="http://schemas.microsoft.com/office/drawing/2014/main" id="{C9569058-A25D-42D1-A9F2-C5E1D1DAD18C}"/>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725" y="469601"/>
            <a:ext cx="2206957" cy="360000"/>
          </a:xfrm>
          <a:prstGeom prst="rect">
            <a:avLst/>
          </a:prstGeom>
        </p:spPr>
      </p:pic>
    </p:spTree>
    <p:extLst>
      <p:ext uri="{BB962C8B-B14F-4D97-AF65-F5344CB8AC3E}">
        <p14:creationId xmlns:p14="http://schemas.microsoft.com/office/powerpoint/2010/main" val="55026451"/>
      </p:ext>
    </p:extLst>
  </p:cSld>
  <p:clrMap bg1="lt1" tx1="dk1" bg2="lt2" tx2="dk2" accent1="accent1" accent2="accent2" accent3="accent3" accent4="accent4" accent5="accent5" accent6="accent6" hlink="hlink" folHlink="folHlink"/>
  <p:sldLayoutIdLst>
    <p:sldLayoutId id="2147483677" r:id="rId1"/>
    <p:sldLayoutId id="2147483678" r:id="rId2"/>
  </p:sldLayoutIdLst>
  <p:hf hdr="0"/>
  <p:txStyles>
    <p:titleStyle>
      <a:lvl1pPr algn="l" defTabSz="401058" rtl="0" eaLnBrk="1" latinLnBrk="0" hangingPunct="1">
        <a:lnSpc>
          <a:spcPct val="90000"/>
        </a:lnSpc>
        <a:spcBef>
          <a:spcPct val="0"/>
        </a:spcBef>
        <a:buNone/>
        <a:defRPr sz="2829" kern="1200">
          <a:solidFill>
            <a:schemeClr val="tx1"/>
          </a:solidFill>
          <a:latin typeface="+mj-lt"/>
          <a:ea typeface="+mj-ea"/>
          <a:cs typeface="+mj-cs"/>
        </a:defRPr>
      </a:lvl1pPr>
    </p:titleStyle>
    <p:bodyStyle>
      <a:lvl1pPr marL="127309" indent="-127309" algn="l" defTabSz="401058" rtl="0" eaLnBrk="1" latinLnBrk="0" hangingPunct="1">
        <a:lnSpc>
          <a:spcPts val="1096"/>
        </a:lnSpc>
        <a:spcBef>
          <a:spcPts val="141"/>
        </a:spcBef>
        <a:buFont typeface="Arial" panose="020B0604020202020204" pitchFamily="34" charset="0"/>
        <a:buChar char="•"/>
        <a:defRPr sz="849" kern="1200">
          <a:solidFill>
            <a:schemeClr val="tx1"/>
          </a:solidFill>
          <a:latin typeface="+mn-lt"/>
          <a:ea typeface="+mn-ea"/>
          <a:cs typeface="+mn-cs"/>
        </a:defRPr>
      </a:lvl1pPr>
      <a:lvl2pPr marL="254619"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2pPr>
      <a:lvl3pPr marL="381928"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3pPr>
      <a:lvl4pPr marL="509236"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4pPr>
      <a:lvl5pPr marL="636545"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5pPr>
      <a:lvl6pPr marL="1102907"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6pPr>
      <a:lvl7pPr marL="1303436"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7pPr>
      <a:lvl8pPr marL="1503965"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8pPr>
      <a:lvl9pPr marL="1704493"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9pPr>
    </p:bodyStyle>
    <p:otherStyle>
      <a:defPPr>
        <a:defRPr lang="de-DE"/>
      </a:defPPr>
      <a:lvl1pPr marL="0" algn="l" defTabSz="401058" rtl="0" eaLnBrk="1" latinLnBrk="0" hangingPunct="1">
        <a:defRPr sz="790" kern="1200">
          <a:solidFill>
            <a:schemeClr val="tx1"/>
          </a:solidFill>
          <a:latin typeface="+mn-lt"/>
          <a:ea typeface="+mn-ea"/>
          <a:cs typeface="+mn-cs"/>
        </a:defRPr>
      </a:lvl1pPr>
      <a:lvl2pPr marL="200529" algn="l" defTabSz="401058" rtl="0" eaLnBrk="1" latinLnBrk="0" hangingPunct="1">
        <a:defRPr sz="790" kern="1200">
          <a:solidFill>
            <a:schemeClr val="tx1"/>
          </a:solidFill>
          <a:latin typeface="+mn-lt"/>
          <a:ea typeface="+mn-ea"/>
          <a:cs typeface="+mn-cs"/>
        </a:defRPr>
      </a:lvl2pPr>
      <a:lvl3pPr marL="401058" algn="l" defTabSz="401058" rtl="0" eaLnBrk="1" latinLnBrk="0" hangingPunct="1">
        <a:defRPr sz="790" kern="1200">
          <a:solidFill>
            <a:schemeClr val="tx1"/>
          </a:solidFill>
          <a:latin typeface="+mn-lt"/>
          <a:ea typeface="+mn-ea"/>
          <a:cs typeface="+mn-cs"/>
        </a:defRPr>
      </a:lvl3pPr>
      <a:lvl4pPr marL="601586" algn="l" defTabSz="401058" rtl="0" eaLnBrk="1" latinLnBrk="0" hangingPunct="1">
        <a:defRPr sz="790" kern="1200">
          <a:solidFill>
            <a:schemeClr val="tx1"/>
          </a:solidFill>
          <a:latin typeface="+mn-lt"/>
          <a:ea typeface="+mn-ea"/>
          <a:cs typeface="+mn-cs"/>
        </a:defRPr>
      </a:lvl4pPr>
      <a:lvl5pPr marL="802115" algn="l" defTabSz="401058" rtl="0" eaLnBrk="1" latinLnBrk="0" hangingPunct="1">
        <a:defRPr sz="790" kern="1200">
          <a:solidFill>
            <a:schemeClr val="tx1"/>
          </a:solidFill>
          <a:latin typeface="+mn-lt"/>
          <a:ea typeface="+mn-ea"/>
          <a:cs typeface="+mn-cs"/>
        </a:defRPr>
      </a:lvl5pPr>
      <a:lvl6pPr marL="1002643" algn="l" defTabSz="401058" rtl="0" eaLnBrk="1" latinLnBrk="0" hangingPunct="1">
        <a:defRPr sz="790" kern="1200">
          <a:solidFill>
            <a:schemeClr val="tx1"/>
          </a:solidFill>
          <a:latin typeface="+mn-lt"/>
          <a:ea typeface="+mn-ea"/>
          <a:cs typeface="+mn-cs"/>
        </a:defRPr>
      </a:lvl6pPr>
      <a:lvl7pPr marL="1203171" algn="l" defTabSz="401058" rtl="0" eaLnBrk="1" latinLnBrk="0" hangingPunct="1">
        <a:defRPr sz="790" kern="1200">
          <a:solidFill>
            <a:schemeClr val="tx1"/>
          </a:solidFill>
          <a:latin typeface="+mn-lt"/>
          <a:ea typeface="+mn-ea"/>
          <a:cs typeface="+mn-cs"/>
        </a:defRPr>
      </a:lvl7pPr>
      <a:lvl8pPr marL="1403701" algn="l" defTabSz="401058" rtl="0" eaLnBrk="1" latinLnBrk="0" hangingPunct="1">
        <a:defRPr sz="790" kern="1200">
          <a:solidFill>
            <a:schemeClr val="tx1"/>
          </a:solidFill>
          <a:latin typeface="+mn-lt"/>
          <a:ea typeface="+mn-ea"/>
          <a:cs typeface="+mn-cs"/>
        </a:defRPr>
      </a:lvl8pPr>
      <a:lvl9pPr marL="1604229" algn="l" defTabSz="401058" rtl="0" eaLnBrk="1" latinLnBrk="0" hangingPunct="1">
        <a:defRPr sz="79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94">
          <p15:clr>
            <a:srgbClr val="F26B43"/>
          </p15:clr>
        </p15:guide>
        <p15:guide id="3" pos="9230">
          <p15:clr>
            <a:srgbClr val="F26B43"/>
          </p15:clr>
        </p15:guide>
        <p15:guide id="4" orient="horz" pos="805">
          <p15:clr>
            <a:srgbClr val="F26B43"/>
          </p15:clr>
        </p15:guide>
        <p15:guide id="6" orient="horz" pos="6475" userDrawn="1">
          <p15:clr>
            <a:srgbClr val="F26B43"/>
          </p15:clr>
        </p15:guide>
        <p15:guide id="8" orient="horz" pos="6078" userDrawn="1">
          <p15:clr>
            <a:srgbClr val="F26B43"/>
          </p15:clr>
        </p15:guide>
        <p15:guide id="10" pos="3311">
          <p15:clr>
            <a:srgbClr val="F26B43"/>
          </p15:clr>
        </p15:guide>
        <p15:guide id="11" pos="3197">
          <p15:clr>
            <a:srgbClr val="F26B43"/>
          </p15:clr>
        </p15:guide>
        <p15:guide id="13" pos="6214">
          <p15:clr>
            <a:srgbClr val="F26B43"/>
          </p15:clr>
        </p15:guide>
        <p15:guide id="14" pos="6327">
          <p15:clr>
            <a:srgbClr val="F26B43"/>
          </p15:clr>
        </p15:guide>
        <p15:guide id="15" orient="horz" pos="6248" userDrawn="1">
          <p15:clr>
            <a:srgbClr val="F26B43"/>
          </p15:clr>
        </p15:guide>
        <p15:guide id="16" orient="horz" pos="521" userDrawn="1">
          <p15:clr>
            <a:srgbClr val="F26B43"/>
          </p15:clr>
        </p15:guide>
        <p15:guide id="17" orient="horz" pos="29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466724" y="1277938"/>
            <a:ext cx="14184000" cy="1800225"/>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466724" y="3276000"/>
            <a:ext cx="14184000" cy="6372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6" name="Fußzeilenplatzhalter 4">
            <a:extLst>
              <a:ext uri="{FF2B5EF4-FFF2-40B4-BE49-F238E27FC236}">
                <a16:creationId xmlns:a16="http://schemas.microsoft.com/office/drawing/2014/main" id="{02813ED2-3436-4FF5-B5EF-C508669DE2F0}"/>
              </a:ext>
            </a:extLst>
          </p:cNvPr>
          <p:cNvSpPr>
            <a:spLocks noGrp="1"/>
          </p:cNvSpPr>
          <p:nvPr>
            <p:ph type="ftr" sz="quarter" idx="3"/>
          </p:nvPr>
        </p:nvSpPr>
        <p:spPr>
          <a:xfrm>
            <a:off x="12420000" y="432000"/>
            <a:ext cx="2232000" cy="432000"/>
          </a:xfrm>
          <a:prstGeom prst="rect">
            <a:avLst/>
          </a:prstGeom>
        </p:spPr>
        <p:txBody>
          <a:bodyPr vert="horz" lIns="0" tIns="0" rIns="0" bIns="0" rtlCol="0" anchor="b" anchorCtr="0"/>
          <a:lstStyle>
            <a:lvl1pPr algn="l">
              <a:defRPr sz="1430">
                <a:solidFill>
                  <a:schemeClr val="tx1"/>
                </a:solidFill>
              </a:defRPr>
            </a:lvl1pPr>
          </a:lstStyle>
          <a:p>
            <a:r>
              <a:rPr lang="de-DE" dirty="0"/>
              <a:t>Organisationseinheit verbal </a:t>
            </a:r>
            <a:br>
              <a:rPr lang="de-DE" dirty="0"/>
            </a:br>
            <a:r>
              <a:rPr lang="de-DE" dirty="0"/>
              <a:t>optional auf 2 Zeilen</a:t>
            </a:r>
            <a:endParaRPr lang="en-US" dirty="0"/>
          </a:p>
        </p:txBody>
      </p:sp>
      <p:pic>
        <p:nvPicPr>
          <p:cNvPr id="7" name="Grafik 6">
            <a:extLst>
              <a:ext uri="{FF2B5EF4-FFF2-40B4-BE49-F238E27FC236}">
                <a16:creationId xmlns:a16="http://schemas.microsoft.com/office/drawing/2014/main" id="{159DF8B8-4559-43E9-9FD8-D7104ADE271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725" y="469601"/>
            <a:ext cx="2206957" cy="360000"/>
          </a:xfrm>
          <a:prstGeom prst="rect">
            <a:avLst/>
          </a:prstGeom>
        </p:spPr>
      </p:pic>
    </p:spTree>
    <p:extLst>
      <p:ext uri="{BB962C8B-B14F-4D97-AF65-F5344CB8AC3E}">
        <p14:creationId xmlns:p14="http://schemas.microsoft.com/office/powerpoint/2010/main" val="3181572190"/>
      </p:ext>
    </p:extLst>
  </p:cSld>
  <p:clrMap bg1="lt1" tx1="dk1" bg2="lt2" tx2="dk2" accent1="accent1" accent2="accent2" accent3="accent3" accent4="accent4" accent5="accent5" accent6="accent6" hlink="hlink" folHlink="folHlink"/>
  <p:sldLayoutIdLst>
    <p:sldLayoutId id="2147483671" r:id="rId1"/>
    <p:sldLayoutId id="2147483672" r:id="rId2"/>
  </p:sldLayoutIdLst>
  <p:hf hdr="0"/>
  <p:txStyles>
    <p:titleStyle>
      <a:lvl1pPr algn="l" defTabSz="401058" rtl="0" eaLnBrk="1" latinLnBrk="0" hangingPunct="1">
        <a:lnSpc>
          <a:spcPct val="90000"/>
        </a:lnSpc>
        <a:spcBef>
          <a:spcPct val="0"/>
        </a:spcBef>
        <a:buNone/>
        <a:defRPr sz="2829" kern="1200">
          <a:solidFill>
            <a:schemeClr val="tx1"/>
          </a:solidFill>
          <a:latin typeface="+mj-lt"/>
          <a:ea typeface="+mj-ea"/>
          <a:cs typeface="+mj-cs"/>
        </a:defRPr>
      </a:lvl1pPr>
    </p:titleStyle>
    <p:bodyStyle>
      <a:lvl1pPr marL="127309" indent="-127309" algn="l" defTabSz="401058" rtl="0" eaLnBrk="1" latinLnBrk="0" hangingPunct="1">
        <a:lnSpc>
          <a:spcPts val="1096"/>
        </a:lnSpc>
        <a:spcBef>
          <a:spcPts val="141"/>
        </a:spcBef>
        <a:buFont typeface="Arial" panose="020B0604020202020204" pitchFamily="34" charset="0"/>
        <a:buChar char="•"/>
        <a:defRPr sz="849" kern="1200">
          <a:solidFill>
            <a:schemeClr val="tx1"/>
          </a:solidFill>
          <a:latin typeface="+mn-lt"/>
          <a:ea typeface="+mn-ea"/>
          <a:cs typeface="+mn-cs"/>
        </a:defRPr>
      </a:lvl1pPr>
      <a:lvl2pPr marL="254619"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2pPr>
      <a:lvl3pPr marL="381928"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3pPr>
      <a:lvl4pPr marL="509236"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4pPr>
      <a:lvl5pPr marL="636545"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5pPr>
      <a:lvl6pPr marL="1102907"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6pPr>
      <a:lvl7pPr marL="1303436"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7pPr>
      <a:lvl8pPr marL="1503965"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8pPr>
      <a:lvl9pPr marL="1704493"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9pPr>
    </p:bodyStyle>
    <p:otherStyle>
      <a:defPPr>
        <a:defRPr lang="de-DE"/>
      </a:defPPr>
      <a:lvl1pPr marL="0" algn="l" defTabSz="401058" rtl="0" eaLnBrk="1" latinLnBrk="0" hangingPunct="1">
        <a:defRPr sz="790" kern="1200">
          <a:solidFill>
            <a:schemeClr val="tx1"/>
          </a:solidFill>
          <a:latin typeface="+mn-lt"/>
          <a:ea typeface="+mn-ea"/>
          <a:cs typeface="+mn-cs"/>
        </a:defRPr>
      </a:lvl1pPr>
      <a:lvl2pPr marL="200529" algn="l" defTabSz="401058" rtl="0" eaLnBrk="1" latinLnBrk="0" hangingPunct="1">
        <a:defRPr sz="790" kern="1200">
          <a:solidFill>
            <a:schemeClr val="tx1"/>
          </a:solidFill>
          <a:latin typeface="+mn-lt"/>
          <a:ea typeface="+mn-ea"/>
          <a:cs typeface="+mn-cs"/>
        </a:defRPr>
      </a:lvl2pPr>
      <a:lvl3pPr marL="401058" algn="l" defTabSz="401058" rtl="0" eaLnBrk="1" latinLnBrk="0" hangingPunct="1">
        <a:defRPr sz="790" kern="1200">
          <a:solidFill>
            <a:schemeClr val="tx1"/>
          </a:solidFill>
          <a:latin typeface="+mn-lt"/>
          <a:ea typeface="+mn-ea"/>
          <a:cs typeface="+mn-cs"/>
        </a:defRPr>
      </a:lvl3pPr>
      <a:lvl4pPr marL="601586" algn="l" defTabSz="401058" rtl="0" eaLnBrk="1" latinLnBrk="0" hangingPunct="1">
        <a:defRPr sz="790" kern="1200">
          <a:solidFill>
            <a:schemeClr val="tx1"/>
          </a:solidFill>
          <a:latin typeface="+mn-lt"/>
          <a:ea typeface="+mn-ea"/>
          <a:cs typeface="+mn-cs"/>
        </a:defRPr>
      </a:lvl4pPr>
      <a:lvl5pPr marL="802115" algn="l" defTabSz="401058" rtl="0" eaLnBrk="1" latinLnBrk="0" hangingPunct="1">
        <a:defRPr sz="790" kern="1200">
          <a:solidFill>
            <a:schemeClr val="tx1"/>
          </a:solidFill>
          <a:latin typeface="+mn-lt"/>
          <a:ea typeface="+mn-ea"/>
          <a:cs typeface="+mn-cs"/>
        </a:defRPr>
      </a:lvl5pPr>
      <a:lvl6pPr marL="1002643" algn="l" defTabSz="401058" rtl="0" eaLnBrk="1" latinLnBrk="0" hangingPunct="1">
        <a:defRPr sz="790" kern="1200">
          <a:solidFill>
            <a:schemeClr val="tx1"/>
          </a:solidFill>
          <a:latin typeface="+mn-lt"/>
          <a:ea typeface="+mn-ea"/>
          <a:cs typeface="+mn-cs"/>
        </a:defRPr>
      </a:lvl6pPr>
      <a:lvl7pPr marL="1203171" algn="l" defTabSz="401058" rtl="0" eaLnBrk="1" latinLnBrk="0" hangingPunct="1">
        <a:defRPr sz="790" kern="1200">
          <a:solidFill>
            <a:schemeClr val="tx1"/>
          </a:solidFill>
          <a:latin typeface="+mn-lt"/>
          <a:ea typeface="+mn-ea"/>
          <a:cs typeface="+mn-cs"/>
        </a:defRPr>
      </a:lvl7pPr>
      <a:lvl8pPr marL="1403701" algn="l" defTabSz="401058" rtl="0" eaLnBrk="1" latinLnBrk="0" hangingPunct="1">
        <a:defRPr sz="790" kern="1200">
          <a:solidFill>
            <a:schemeClr val="tx1"/>
          </a:solidFill>
          <a:latin typeface="+mn-lt"/>
          <a:ea typeface="+mn-ea"/>
          <a:cs typeface="+mn-cs"/>
        </a:defRPr>
      </a:lvl8pPr>
      <a:lvl9pPr marL="1604229" algn="l" defTabSz="401058" rtl="0" eaLnBrk="1" latinLnBrk="0" hangingPunct="1">
        <a:defRPr sz="79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94">
          <p15:clr>
            <a:srgbClr val="F26B43"/>
          </p15:clr>
        </p15:guide>
        <p15:guide id="3" pos="9230">
          <p15:clr>
            <a:srgbClr val="F26B43"/>
          </p15:clr>
        </p15:guide>
        <p15:guide id="4" orient="horz" pos="805">
          <p15:clr>
            <a:srgbClr val="F26B43"/>
          </p15:clr>
        </p15:guide>
        <p15:guide id="6" orient="horz" pos="6475" userDrawn="1">
          <p15:clr>
            <a:srgbClr val="F26B43"/>
          </p15:clr>
        </p15:guide>
        <p15:guide id="8" orient="horz" pos="6078" userDrawn="1">
          <p15:clr>
            <a:srgbClr val="F26B43"/>
          </p15:clr>
        </p15:guide>
        <p15:guide id="10" pos="3311">
          <p15:clr>
            <a:srgbClr val="F26B43"/>
          </p15:clr>
        </p15:guide>
        <p15:guide id="11" pos="3197">
          <p15:clr>
            <a:srgbClr val="F26B43"/>
          </p15:clr>
        </p15:guide>
        <p15:guide id="13" pos="6214">
          <p15:clr>
            <a:srgbClr val="F26B43"/>
          </p15:clr>
        </p15:guide>
        <p15:guide id="14" pos="6327">
          <p15:clr>
            <a:srgbClr val="F26B43"/>
          </p15:clr>
        </p15:guide>
        <p15:guide id="15" orient="horz" pos="6248" userDrawn="1">
          <p15:clr>
            <a:srgbClr val="F26B43"/>
          </p15:clr>
        </p15:guide>
        <p15:guide id="16" orient="horz" pos="519" userDrawn="1">
          <p15:clr>
            <a:srgbClr val="F26B43"/>
          </p15:clr>
        </p15:guide>
        <p15:guide id="17" orient="horz" pos="29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466724" y="1277938"/>
            <a:ext cx="14184000" cy="1800225"/>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466724" y="3276000"/>
            <a:ext cx="14184000" cy="6372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6" name="Fußzeilenplatzhalter 4">
            <a:extLst>
              <a:ext uri="{FF2B5EF4-FFF2-40B4-BE49-F238E27FC236}">
                <a16:creationId xmlns:a16="http://schemas.microsoft.com/office/drawing/2014/main" id="{3173727F-CF08-48C7-94F4-592888B4BE5D}"/>
              </a:ext>
            </a:extLst>
          </p:cNvPr>
          <p:cNvSpPr>
            <a:spLocks noGrp="1"/>
          </p:cNvSpPr>
          <p:nvPr>
            <p:ph type="ftr" sz="quarter" idx="3"/>
          </p:nvPr>
        </p:nvSpPr>
        <p:spPr>
          <a:xfrm>
            <a:off x="12420000" y="432000"/>
            <a:ext cx="2232000" cy="432000"/>
          </a:xfrm>
          <a:prstGeom prst="rect">
            <a:avLst/>
          </a:prstGeom>
        </p:spPr>
        <p:txBody>
          <a:bodyPr vert="horz" lIns="0" tIns="0" rIns="0" bIns="0" rtlCol="0" anchor="b" anchorCtr="0"/>
          <a:lstStyle>
            <a:lvl1pPr algn="l">
              <a:defRPr sz="1430">
                <a:solidFill>
                  <a:schemeClr val="tx1"/>
                </a:solidFill>
              </a:defRPr>
            </a:lvl1pPr>
          </a:lstStyle>
          <a:p>
            <a:r>
              <a:rPr lang="de-DE" dirty="0"/>
              <a:t>Organisationseinheit verbal </a:t>
            </a:r>
            <a:br>
              <a:rPr lang="de-DE" dirty="0"/>
            </a:br>
            <a:r>
              <a:rPr lang="de-DE" dirty="0"/>
              <a:t>optional auf 2 Zeilen</a:t>
            </a:r>
            <a:endParaRPr lang="en-US" dirty="0"/>
          </a:p>
        </p:txBody>
      </p:sp>
      <p:pic>
        <p:nvPicPr>
          <p:cNvPr id="7" name="Grafik 6">
            <a:extLst>
              <a:ext uri="{FF2B5EF4-FFF2-40B4-BE49-F238E27FC236}">
                <a16:creationId xmlns:a16="http://schemas.microsoft.com/office/drawing/2014/main" id="{F6D37FB9-5EDB-45B9-90F9-63DE487DB9B4}"/>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725" y="469601"/>
            <a:ext cx="2206957" cy="360000"/>
          </a:xfrm>
          <a:prstGeom prst="rect">
            <a:avLst/>
          </a:prstGeom>
        </p:spPr>
      </p:pic>
    </p:spTree>
    <p:extLst>
      <p:ext uri="{BB962C8B-B14F-4D97-AF65-F5344CB8AC3E}">
        <p14:creationId xmlns:p14="http://schemas.microsoft.com/office/powerpoint/2010/main" val="643468980"/>
      </p:ext>
    </p:extLst>
  </p:cSld>
  <p:clrMap bg1="lt1" tx1="dk1" bg2="lt2" tx2="dk2" accent1="accent1" accent2="accent2" accent3="accent3" accent4="accent4" accent5="accent5" accent6="accent6" hlink="hlink" folHlink="folHlink"/>
  <p:sldLayoutIdLst>
    <p:sldLayoutId id="2147483665" r:id="rId1"/>
    <p:sldLayoutId id="2147483666" r:id="rId2"/>
  </p:sldLayoutIdLst>
  <p:hf hdr="0"/>
  <p:txStyles>
    <p:titleStyle>
      <a:lvl1pPr algn="l" defTabSz="401058" rtl="0" eaLnBrk="1" latinLnBrk="0" hangingPunct="1">
        <a:lnSpc>
          <a:spcPct val="90000"/>
        </a:lnSpc>
        <a:spcBef>
          <a:spcPct val="0"/>
        </a:spcBef>
        <a:buNone/>
        <a:defRPr sz="2829" kern="1200">
          <a:solidFill>
            <a:schemeClr val="tx1"/>
          </a:solidFill>
          <a:latin typeface="+mj-lt"/>
          <a:ea typeface="+mj-ea"/>
          <a:cs typeface="+mj-cs"/>
        </a:defRPr>
      </a:lvl1pPr>
    </p:titleStyle>
    <p:bodyStyle>
      <a:lvl1pPr marL="127309" indent="-127309" algn="l" defTabSz="401058" rtl="0" eaLnBrk="1" latinLnBrk="0" hangingPunct="1">
        <a:lnSpc>
          <a:spcPts val="1096"/>
        </a:lnSpc>
        <a:spcBef>
          <a:spcPts val="141"/>
        </a:spcBef>
        <a:buFont typeface="Arial" panose="020B0604020202020204" pitchFamily="34" charset="0"/>
        <a:buChar char="•"/>
        <a:defRPr sz="849" kern="1200">
          <a:solidFill>
            <a:schemeClr val="tx1"/>
          </a:solidFill>
          <a:latin typeface="+mn-lt"/>
          <a:ea typeface="+mn-ea"/>
          <a:cs typeface="+mn-cs"/>
        </a:defRPr>
      </a:lvl1pPr>
      <a:lvl2pPr marL="254619"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2pPr>
      <a:lvl3pPr marL="381928"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3pPr>
      <a:lvl4pPr marL="509236"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4pPr>
      <a:lvl5pPr marL="636545"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5pPr>
      <a:lvl6pPr marL="1102907"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6pPr>
      <a:lvl7pPr marL="1303436"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7pPr>
      <a:lvl8pPr marL="1503965"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8pPr>
      <a:lvl9pPr marL="1704493"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9pPr>
    </p:bodyStyle>
    <p:otherStyle>
      <a:defPPr>
        <a:defRPr lang="de-DE"/>
      </a:defPPr>
      <a:lvl1pPr marL="0" algn="l" defTabSz="401058" rtl="0" eaLnBrk="1" latinLnBrk="0" hangingPunct="1">
        <a:defRPr sz="790" kern="1200">
          <a:solidFill>
            <a:schemeClr val="tx1"/>
          </a:solidFill>
          <a:latin typeface="+mn-lt"/>
          <a:ea typeface="+mn-ea"/>
          <a:cs typeface="+mn-cs"/>
        </a:defRPr>
      </a:lvl1pPr>
      <a:lvl2pPr marL="200529" algn="l" defTabSz="401058" rtl="0" eaLnBrk="1" latinLnBrk="0" hangingPunct="1">
        <a:defRPr sz="790" kern="1200">
          <a:solidFill>
            <a:schemeClr val="tx1"/>
          </a:solidFill>
          <a:latin typeface="+mn-lt"/>
          <a:ea typeface="+mn-ea"/>
          <a:cs typeface="+mn-cs"/>
        </a:defRPr>
      </a:lvl2pPr>
      <a:lvl3pPr marL="401058" algn="l" defTabSz="401058" rtl="0" eaLnBrk="1" latinLnBrk="0" hangingPunct="1">
        <a:defRPr sz="790" kern="1200">
          <a:solidFill>
            <a:schemeClr val="tx1"/>
          </a:solidFill>
          <a:latin typeface="+mn-lt"/>
          <a:ea typeface="+mn-ea"/>
          <a:cs typeface="+mn-cs"/>
        </a:defRPr>
      </a:lvl3pPr>
      <a:lvl4pPr marL="601586" algn="l" defTabSz="401058" rtl="0" eaLnBrk="1" latinLnBrk="0" hangingPunct="1">
        <a:defRPr sz="790" kern="1200">
          <a:solidFill>
            <a:schemeClr val="tx1"/>
          </a:solidFill>
          <a:latin typeface="+mn-lt"/>
          <a:ea typeface="+mn-ea"/>
          <a:cs typeface="+mn-cs"/>
        </a:defRPr>
      </a:lvl4pPr>
      <a:lvl5pPr marL="802115" algn="l" defTabSz="401058" rtl="0" eaLnBrk="1" latinLnBrk="0" hangingPunct="1">
        <a:defRPr sz="790" kern="1200">
          <a:solidFill>
            <a:schemeClr val="tx1"/>
          </a:solidFill>
          <a:latin typeface="+mn-lt"/>
          <a:ea typeface="+mn-ea"/>
          <a:cs typeface="+mn-cs"/>
        </a:defRPr>
      </a:lvl5pPr>
      <a:lvl6pPr marL="1002643" algn="l" defTabSz="401058" rtl="0" eaLnBrk="1" latinLnBrk="0" hangingPunct="1">
        <a:defRPr sz="790" kern="1200">
          <a:solidFill>
            <a:schemeClr val="tx1"/>
          </a:solidFill>
          <a:latin typeface="+mn-lt"/>
          <a:ea typeface="+mn-ea"/>
          <a:cs typeface="+mn-cs"/>
        </a:defRPr>
      </a:lvl6pPr>
      <a:lvl7pPr marL="1203171" algn="l" defTabSz="401058" rtl="0" eaLnBrk="1" latinLnBrk="0" hangingPunct="1">
        <a:defRPr sz="790" kern="1200">
          <a:solidFill>
            <a:schemeClr val="tx1"/>
          </a:solidFill>
          <a:latin typeface="+mn-lt"/>
          <a:ea typeface="+mn-ea"/>
          <a:cs typeface="+mn-cs"/>
        </a:defRPr>
      </a:lvl7pPr>
      <a:lvl8pPr marL="1403701" algn="l" defTabSz="401058" rtl="0" eaLnBrk="1" latinLnBrk="0" hangingPunct="1">
        <a:defRPr sz="790" kern="1200">
          <a:solidFill>
            <a:schemeClr val="tx1"/>
          </a:solidFill>
          <a:latin typeface="+mn-lt"/>
          <a:ea typeface="+mn-ea"/>
          <a:cs typeface="+mn-cs"/>
        </a:defRPr>
      </a:lvl8pPr>
      <a:lvl9pPr marL="1604229" algn="l" defTabSz="401058" rtl="0" eaLnBrk="1" latinLnBrk="0" hangingPunct="1">
        <a:defRPr sz="79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94">
          <p15:clr>
            <a:srgbClr val="F26B43"/>
          </p15:clr>
        </p15:guide>
        <p15:guide id="3" pos="9230">
          <p15:clr>
            <a:srgbClr val="F26B43"/>
          </p15:clr>
        </p15:guide>
        <p15:guide id="4" orient="horz" pos="805">
          <p15:clr>
            <a:srgbClr val="F26B43"/>
          </p15:clr>
        </p15:guide>
        <p15:guide id="6" orient="horz" pos="6475" userDrawn="1">
          <p15:clr>
            <a:srgbClr val="F26B43"/>
          </p15:clr>
        </p15:guide>
        <p15:guide id="8" orient="horz" pos="6078" userDrawn="1">
          <p15:clr>
            <a:srgbClr val="F26B43"/>
          </p15:clr>
        </p15:guide>
        <p15:guide id="10" pos="3311">
          <p15:clr>
            <a:srgbClr val="F26B43"/>
          </p15:clr>
        </p15:guide>
        <p15:guide id="11" pos="3197">
          <p15:clr>
            <a:srgbClr val="F26B43"/>
          </p15:clr>
        </p15:guide>
        <p15:guide id="13" pos="6214">
          <p15:clr>
            <a:srgbClr val="F26B43"/>
          </p15:clr>
        </p15:guide>
        <p15:guide id="14" pos="6327">
          <p15:clr>
            <a:srgbClr val="F26B43"/>
          </p15:clr>
        </p15:guide>
        <p15:guide id="15" orient="horz" pos="6248" userDrawn="1">
          <p15:clr>
            <a:srgbClr val="F26B43"/>
          </p15:clr>
        </p15:guide>
        <p15:guide id="16" orient="horz" pos="519" userDrawn="1">
          <p15:clr>
            <a:srgbClr val="F26B43"/>
          </p15:clr>
        </p15:guide>
        <p15:guide id="17" orient="horz" pos="29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466724" y="1277938"/>
            <a:ext cx="14184000" cy="1800225"/>
          </a:xfrm>
          <a:prstGeom prst="rect">
            <a:avLst/>
          </a:prstGeom>
          <a:solidFill>
            <a:schemeClr val="accent1"/>
          </a:solidFill>
        </p:spPr>
        <p:txBody>
          <a:bodyPr vert="horz" lIns="360000" tIns="360000" rIns="360000" bIns="360000" rtlCol="0" anchor="t" anchorCtr="0">
            <a:noAutofit/>
          </a:bodyPr>
          <a:lstStyle/>
          <a:p>
            <a:r>
              <a:rPr lang="en-US"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466724" y="3276000"/>
            <a:ext cx="14184000" cy="6372000"/>
          </a:xfrm>
          <a:prstGeom prst="rect">
            <a:avLst/>
          </a:prstGeom>
        </p:spPr>
        <p:txBody>
          <a:bodyPr vert="horz" lIns="0" tIns="0" rIns="0" bIns="0" rtlCol="0">
            <a:noAutofit/>
          </a:bodyPr>
          <a:lstStyle/>
          <a:p>
            <a:pPr lvl="0"/>
            <a:r>
              <a:rPr lang="en-US" noProof="0" dirty="0" err="1"/>
              <a:t>Mastertextformat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
        <p:nvSpPr>
          <p:cNvPr id="6" name="Fußzeilenplatzhalter 4">
            <a:extLst>
              <a:ext uri="{FF2B5EF4-FFF2-40B4-BE49-F238E27FC236}">
                <a16:creationId xmlns:a16="http://schemas.microsoft.com/office/drawing/2014/main" id="{9FD3D8BB-C380-4F59-AE49-39CDFA34C7C8}"/>
              </a:ext>
            </a:extLst>
          </p:cNvPr>
          <p:cNvSpPr>
            <a:spLocks noGrp="1"/>
          </p:cNvSpPr>
          <p:nvPr>
            <p:ph type="ftr" sz="quarter" idx="3"/>
          </p:nvPr>
        </p:nvSpPr>
        <p:spPr>
          <a:xfrm>
            <a:off x="12420000" y="432000"/>
            <a:ext cx="2232000" cy="432000"/>
          </a:xfrm>
          <a:prstGeom prst="rect">
            <a:avLst/>
          </a:prstGeom>
        </p:spPr>
        <p:txBody>
          <a:bodyPr vert="horz" lIns="0" tIns="0" rIns="0" bIns="0" rtlCol="0" anchor="b" anchorCtr="0"/>
          <a:lstStyle>
            <a:lvl1pPr algn="l">
              <a:defRPr sz="1430">
                <a:solidFill>
                  <a:schemeClr val="tx1"/>
                </a:solidFill>
              </a:defRPr>
            </a:lvl1pPr>
          </a:lstStyle>
          <a:p>
            <a:r>
              <a:rPr lang="de-DE" dirty="0"/>
              <a:t>Organisationseinheit verbal </a:t>
            </a:r>
            <a:br>
              <a:rPr lang="de-DE" dirty="0"/>
            </a:br>
            <a:r>
              <a:rPr lang="de-DE" dirty="0"/>
              <a:t>optional auf 2 Zeilen</a:t>
            </a:r>
            <a:endParaRPr lang="en-US" dirty="0"/>
          </a:p>
        </p:txBody>
      </p:sp>
      <p:pic>
        <p:nvPicPr>
          <p:cNvPr id="7" name="Grafik 6">
            <a:extLst>
              <a:ext uri="{FF2B5EF4-FFF2-40B4-BE49-F238E27FC236}">
                <a16:creationId xmlns:a16="http://schemas.microsoft.com/office/drawing/2014/main" id="{CEF1DBB5-D889-47B6-B1C1-D995D88C2EFB}"/>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725" y="469601"/>
            <a:ext cx="2206957" cy="360000"/>
          </a:xfrm>
          <a:prstGeom prst="rect">
            <a:avLst/>
          </a:prstGeom>
        </p:spPr>
      </p:pic>
    </p:spTree>
    <p:extLst>
      <p:ext uri="{BB962C8B-B14F-4D97-AF65-F5344CB8AC3E}">
        <p14:creationId xmlns:p14="http://schemas.microsoft.com/office/powerpoint/2010/main" val="2034076920"/>
      </p:ext>
    </p:extLst>
  </p:cSld>
  <p:clrMap bg1="lt1" tx1="dk1" bg2="lt2" tx2="dk2" accent1="accent1" accent2="accent2" accent3="accent3" accent4="accent4" accent5="accent5" accent6="accent6" hlink="hlink" folHlink="folHlink"/>
  <p:sldLayoutIdLst>
    <p:sldLayoutId id="2147483668" r:id="rId1"/>
    <p:sldLayoutId id="2147483669" r:id="rId2"/>
  </p:sldLayoutIdLst>
  <p:hf hdr="0"/>
  <p:txStyles>
    <p:titleStyle>
      <a:lvl1pPr algn="l" defTabSz="401058" rtl="0" eaLnBrk="1" latinLnBrk="0" hangingPunct="1">
        <a:lnSpc>
          <a:spcPct val="90000"/>
        </a:lnSpc>
        <a:spcBef>
          <a:spcPct val="0"/>
        </a:spcBef>
        <a:buNone/>
        <a:defRPr sz="2829" kern="1200">
          <a:solidFill>
            <a:schemeClr val="tx1"/>
          </a:solidFill>
          <a:latin typeface="+mj-lt"/>
          <a:ea typeface="+mj-ea"/>
          <a:cs typeface="+mj-cs"/>
        </a:defRPr>
      </a:lvl1pPr>
    </p:titleStyle>
    <p:bodyStyle>
      <a:lvl1pPr marL="127309" indent="-127309" algn="l" defTabSz="401058" rtl="0" eaLnBrk="1" latinLnBrk="0" hangingPunct="1">
        <a:lnSpc>
          <a:spcPts val="1096"/>
        </a:lnSpc>
        <a:spcBef>
          <a:spcPts val="141"/>
        </a:spcBef>
        <a:buFont typeface="Arial" panose="020B0604020202020204" pitchFamily="34" charset="0"/>
        <a:buChar char="•"/>
        <a:defRPr sz="849" kern="1200">
          <a:solidFill>
            <a:schemeClr val="tx1"/>
          </a:solidFill>
          <a:latin typeface="+mn-lt"/>
          <a:ea typeface="+mn-ea"/>
          <a:cs typeface="+mn-cs"/>
        </a:defRPr>
      </a:lvl1pPr>
      <a:lvl2pPr marL="254619"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2pPr>
      <a:lvl3pPr marL="381928"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3pPr>
      <a:lvl4pPr marL="509236"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4pPr>
      <a:lvl5pPr marL="636545" indent="-127309" algn="l" defTabSz="401058" rtl="0" eaLnBrk="1" latinLnBrk="0" hangingPunct="1">
        <a:lnSpc>
          <a:spcPts val="1096"/>
        </a:lnSpc>
        <a:spcBef>
          <a:spcPts val="141"/>
        </a:spcBef>
        <a:buFont typeface="Symbol" panose="05050102010706020507" pitchFamily="18" charset="2"/>
        <a:buChar char="-"/>
        <a:defRPr sz="849" kern="1200">
          <a:solidFill>
            <a:schemeClr val="tx1"/>
          </a:solidFill>
          <a:latin typeface="+mn-lt"/>
          <a:ea typeface="+mn-ea"/>
          <a:cs typeface="+mn-cs"/>
        </a:defRPr>
      </a:lvl5pPr>
      <a:lvl6pPr marL="1102907"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6pPr>
      <a:lvl7pPr marL="1303436"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7pPr>
      <a:lvl8pPr marL="1503965"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8pPr>
      <a:lvl9pPr marL="1704493" indent="-100265" algn="l" defTabSz="401058" rtl="0" eaLnBrk="1" latinLnBrk="0" hangingPunct="1">
        <a:lnSpc>
          <a:spcPct val="90000"/>
        </a:lnSpc>
        <a:spcBef>
          <a:spcPts val="219"/>
        </a:spcBef>
        <a:buFont typeface="Arial" panose="020B0604020202020204" pitchFamily="34" charset="0"/>
        <a:buChar char="•"/>
        <a:defRPr sz="790" kern="1200">
          <a:solidFill>
            <a:schemeClr val="tx1"/>
          </a:solidFill>
          <a:latin typeface="+mn-lt"/>
          <a:ea typeface="+mn-ea"/>
          <a:cs typeface="+mn-cs"/>
        </a:defRPr>
      </a:lvl9pPr>
    </p:bodyStyle>
    <p:otherStyle>
      <a:defPPr>
        <a:defRPr lang="de-DE"/>
      </a:defPPr>
      <a:lvl1pPr marL="0" algn="l" defTabSz="401058" rtl="0" eaLnBrk="1" latinLnBrk="0" hangingPunct="1">
        <a:defRPr sz="790" kern="1200">
          <a:solidFill>
            <a:schemeClr val="tx1"/>
          </a:solidFill>
          <a:latin typeface="+mn-lt"/>
          <a:ea typeface="+mn-ea"/>
          <a:cs typeface="+mn-cs"/>
        </a:defRPr>
      </a:lvl1pPr>
      <a:lvl2pPr marL="200529" algn="l" defTabSz="401058" rtl="0" eaLnBrk="1" latinLnBrk="0" hangingPunct="1">
        <a:defRPr sz="790" kern="1200">
          <a:solidFill>
            <a:schemeClr val="tx1"/>
          </a:solidFill>
          <a:latin typeface="+mn-lt"/>
          <a:ea typeface="+mn-ea"/>
          <a:cs typeface="+mn-cs"/>
        </a:defRPr>
      </a:lvl2pPr>
      <a:lvl3pPr marL="401058" algn="l" defTabSz="401058" rtl="0" eaLnBrk="1" latinLnBrk="0" hangingPunct="1">
        <a:defRPr sz="790" kern="1200">
          <a:solidFill>
            <a:schemeClr val="tx1"/>
          </a:solidFill>
          <a:latin typeface="+mn-lt"/>
          <a:ea typeface="+mn-ea"/>
          <a:cs typeface="+mn-cs"/>
        </a:defRPr>
      </a:lvl3pPr>
      <a:lvl4pPr marL="601586" algn="l" defTabSz="401058" rtl="0" eaLnBrk="1" latinLnBrk="0" hangingPunct="1">
        <a:defRPr sz="790" kern="1200">
          <a:solidFill>
            <a:schemeClr val="tx1"/>
          </a:solidFill>
          <a:latin typeface="+mn-lt"/>
          <a:ea typeface="+mn-ea"/>
          <a:cs typeface="+mn-cs"/>
        </a:defRPr>
      </a:lvl4pPr>
      <a:lvl5pPr marL="802115" algn="l" defTabSz="401058" rtl="0" eaLnBrk="1" latinLnBrk="0" hangingPunct="1">
        <a:defRPr sz="790" kern="1200">
          <a:solidFill>
            <a:schemeClr val="tx1"/>
          </a:solidFill>
          <a:latin typeface="+mn-lt"/>
          <a:ea typeface="+mn-ea"/>
          <a:cs typeface="+mn-cs"/>
        </a:defRPr>
      </a:lvl5pPr>
      <a:lvl6pPr marL="1002643" algn="l" defTabSz="401058" rtl="0" eaLnBrk="1" latinLnBrk="0" hangingPunct="1">
        <a:defRPr sz="790" kern="1200">
          <a:solidFill>
            <a:schemeClr val="tx1"/>
          </a:solidFill>
          <a:latin typeface="+mn-lt"/>
          <a:ea typeface="+mn-ea"/>
          <a:cs typeface="+mn-cs"/>
        </a:defRPr>
      </a:lvl6pPr>
      <a:lvl7pPr marL="1203171" algn="l" defTabSz="401058" rtl="0" eaLnBrk="1" latinLnBrk="0" hangingPunct="1">
        <a:defRPr sz="790" kern="1200">
          <a:solidFill>
            <a:schemeClr val="tx1"/>
          </a:solidFill>
          <a:latin typeface="+mn-lt"/>
          <a:ea typeface="+mn-ea"/>
          <a:cs typeface="+mn-cs"/>
        </a:defRPr>
      </a:lvl7pPr>
      <a:lvl8pPr marL="1403701" algn="l" defTabSz="401058" rtl="0" eaLnBrk="1" latinLnBrk="0" hangingPunct="1">
        <a:defRPr sz="790" kern="1200">
          <a:solidFill>
            <a:schemeClr val="tx1"/>
          </a:solidFill>
          <a:latin typeface="+mn-lt"/>
          <a:ea typeface="+mn-ea"/>
          <a:cs typeface="+mn-cs"/>
        </a:defRPr>
      </a:lvl8pPr>
      <a:lvl9pPr marL="1604229" algn="l" defTabSz="401058" rtl="0" eaLnBrk="1" latinLnBrk="0" hangingPunct="1">
        <a:defRPr sz="79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94">
          <p15:clr>
            <a:srgbClr val="F26B43"/>
          </p15:clr>
        </p15:guide>
        <p15:guide id="3" pos="9230">
          <p15:clr>
            <a:srgbClr val="F26B43"/>
          </p15:clr>
        </p15:guide>
        <p15:guide id="4" orient="horz" pos="805">
          <p15:clr>
            <a:srgbClr val="F26B43"/>
          </p15:clr>
        </p15:guide>
        <p15:guide id="6" orient="horz" pos="6475" userDrawn="1">
          <p15:clr>
            <a:srgbClr val="F26B43"/>
          </p15:clr>
        </p15:guide>
        <p15:guide id="8" orient="horz" pos="6078" userDrawn="1">
          <p15:clr>
            <a:srgbClr val="F26B43"/>
          </p15:clr>
        </p15:guide>
        <p15:guide id="10" pos="3311">
          <p15:clr>
            <a:srgbClr val="F26B43"/>
          </p15:clr>
        </p15:guide>
        <p15:guide id="11" pos="3197">
          <p15:clr>
            <a:srgbClr val="F26B43"/>
          </p15:clr>
        </p15:guide>
        <p15:guide id="13" pos="6214">
          <p15:clr>
            <a:srgbClr val="F26B43"/>
          </p15:clr>
        </p15:guide>
        <p15:guide id="14" pos="6327">
          <p15:clr>
            <a:srgbClr val="F26B43"/>
          </p15:clr>
        </p15:guide>
        <p15:guide id="15" orient="horz" pos="6248" userDrawn="1">
          <p15:clr>
            <a:srgbClr val="F26B43"/>
          </p15:clr>
        </p15:guide>
        <p15:guide id="16" orient="horz" pos="519" userDrawn="1">
          <p15:clr>
            <a:srgbClr val="F26B43"/>
          </p15:clr>
        </p15:guide>
        <p15:guide id="17" orient="horz" pos="29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498A326D-5459-448C-A1DA-1837E53120CD}"/>
              </a:ext>
            </a:extLst>
          </p:cNvPr>
          <p:cNvSpPr>
            <a:spLocks noGrp="1"/>
          </p:cNvSpPr>
          <p:nvPr>
            <p:ph type="body" sz="quarter" idx="11"/>
          </p:nvPr>
        </p:nvSpPr>
        <p:spPr/>
        <p:txBody>
          <a:bodyPr/>
          <a:lstStyle/>
          <a:p>
            <a:pPr algn="ctr"/>
            <a:r>
              <a:rPr lang="en-US" i="1" dirty="0"/>
              <a:t>Accelerating the Space Industry</a:t>
            </a:r>
          </a:p>
          <a:p>
            <a:pPr lvl="1"/>
            <a:endParaRPr lang="en-US" dirty="0"/>
          </a:p>
          <a:p>
            <a:pPr lvl="1"/>
            <a:endParaRPr lang="en-US" dirty="0"/>
          </a:p>
          <a:p>
            <a:pPr lvl="1"/>
            <a:r>
              <a:rPr lang="en-US" dirty="0"/>
              <a:t>Robert Jahnke (section 1, 4 and 5), Jivkaran Singh (section 2 and 3)</a:t>
            </a:r>
          </a:p>
          <a:p>
            <a:pPr lvl="1"/>
            <a:r>
              <a:rPr lang="de-DE" dirty="0"/>
              <a:t>04.11.2025, Maximilian Kirchhoff: An Industrial View on </a:t>
            </a:r>
            <a:r>
              <a:rPr lang="de-DE" dirty="0" err="1"/>
              <a:t>Implementing</a:t>
            </a:r>
            <a:r>
              <a:rPr lang="de-DE" dirty="0"/>
              <a:t> a Space Mission</a:t>
            </a:r>
            <a:endParaRPr lang="en-US" dirty="0"/>
          </a:p>
        </p:txBody>
      </p:sp>
      <p:sp>
        <p:nvSpPr>
          <p:cNvPr id="7" name="Textfeld 6">
            <a:extLst>
              <a:ext uri="{FF2B5EF4-FFF2-40B4-BE49-F238E27FC236}">
                <a16:creationId xmlns:a16="http://schemas.microsoft.com/office/drawing/2014/main" id="{817DA120-B4C8-45E1-9AFC-01FF61FE9131}"/>
              </a:ext>
            </a:extLst>
          </p:cNvPr>
          <p:cNvSpPr txBox="1"/>
          <p:nvPr/>
        </p:nvSpPr>
        <p:spPr>
          <a:xfrm>
            <a:off x="466725" y="3579216"/>
            <a:ext cx="4608000" cy="3419883"/>
          </a:xfrm>
          <a:prstGeom prst="rect">
            <a:avLst/>
          </a:prstGeom>
          <a:solidFill>
            <a:schemeClr val="accent5"/>
          </a:solidFill>
        </p:spPr>
        <p:txBody>
          <a:bodyPr wrap="square" lIns="127289" tIns="127289" rIns="127289" bIns="127289" rtlCol="0">
            <a:noAutofit/>
          </a:bodyPr>
          <a:lstStyle/>
          <a:p>
            <a:pPr>
              <a:spcAft>
                <a:spcPts val="600"/>
              </a:spcAft>
            </a:pPr>
            <a:r>
              <a:rPr lang="en-US" sz="1600" dirty="0"/>
              <a:t>Although the lecture was centered around the LIFE Space Mission it provided an overview of the industrial approach to space in general. The space industry is characterized by the strong interrelationship between the public and private sector resulting in the unique challenge of navigating through fundamentally different approaches to mission management. This leads to the stakeholder dimension of a space mission being as important as the product and business dimensions.</a:t>
            </a:r>
          </a:p>
        </p:txBody>
      </p:sp>
      <p:sp>
        <p:nvSpPr>
          <p:cNvPr id="10" name="Textfeld 9">
            <a:extLst>
              <a:ext uri="{FF2B5EF4-FFF2-40B4-BE49-F238E27FC236}">
                <a16:creationId xmlns:a16="http://schemas.microsoft.com/office/drawing/2014/main" id="{6E2E79BC-2BA4-45CB-AE87-2A2CDC697397}"/>
              </a:ext>
            </a:extLst>
          </p:cNvPr>
          <p:cNvSpPr txBox="1"/>
          <p:nvPr/>
        </p:nvSpPr>
        <p:spPr>
          <a:xfrm>
            <a:off x="467858" y="7433944"/>
            <a:ext cx="4608000" cy="3127889"/>
          </a:xfrm>
          <a:prstGeom prst="rect">
            <a:avLst/>
          </a:prstGeom>
          <a:solidFill>
            <a:schemeClr val="bg2">
              <a:lumMod val="95000"/>
            </a:schemeClr>
          </a:solidFill>
        </p:spPr>
        <p:txBody>
          <a:bodyPr wrap="square" lIns="127289" tIns="127289" rIns="127289" bIns="127289" rtlCol="0">
            <a:noAutofit/>
          </a:bodyPr>
          <a:lstStyle/>
          <a:p>
            <a:pPr marL="180000" indent="-180000">
              <a:spcAft>
                <a:spcPts val="600"/>
              </a:spcAft>
              <a:buFont typeface="Arial" panose="020B0604020202020204" pitchFamily="34" charset="0"/>
              <a:buChar char="•"/>
            </a:pPr>
            <a:r>
              <a:rPr lang="en-US" sz="1600" dirty="0"/>
              <a:t>Maximilian Kirchhoff is the Mission Study Preparation Lead of the LIFE Mission</a:t>
            </a:r>
          </a:p>
          <a:p>
            <a:pPr marL="180000" indent="-180000">
              <a:spcAft>
                <a:spcPts val="600"/>
              </a:spcAft>
              <a:buFont typeface="Arial" panose="020B0604020202020204" pitchFamily="34" charset="0"/>
              <a:buChar char="•"/>
            </a:pPr>
            <a:r>
              <a:rPr lang="en-US" sz="1600" dirty="0"/>
              <a:t>The goal is to discover life beyond earth</a:t>
            </a:r>
          </a:p>
          <a:p>
            <a:pPr marL="180000" indent="-180000">
              <a:spcAft>
                <a:spcPts val="600"/>
              </a:spcAft>
              <a:buFont typeface="Arial" panose="020B0604020202020204" pitchFamily="34" charset="0"/>
              <a:buChar char="•"/>
            </a:pPr>
            <a:r>
              <a:rPr lang="en-US" sz="1600" dirty="0"/>
              <a:t>While being a purely scientific mission, it nevertheless incorporates traditionally commercial product cycle methods</a:t>
            </a:r>
          </a:p>
          <a:p>
            <a:pPr marL="180000" indent="-180000">
              <a:spcAft>
                <a:spcPts val="600"/>
              </a:spcAft>
              <a:buFont typeface="Arial" panose="020B0604020202020204" pitchFamily="34" charset="0"/>
              <a:buChar char="•"/>
            </a:pPr>
            <a:r>
              <a:rPr lang="en-US" sz="1600" dirty="0"/>
              <a:t>LIFEs approach leverages the industrial view on a mission to increase the probability of mission success</a:t>
            </a:r>
          </a:p>
          <a:p>
            <a:pPr marL="180000" indent="-180000">
              <a:spcAft>
                <a:spcPts val="600"/>
              </a:spcAft>
              <a:buFont typeface="Arial" panose="020B0604020202020204" pitchFamily="34" charset="0"/>
              <a:buChar char="•"/>
            </a:pPr>
            <a:r>
              <a:rPr lang="en-US" sz="1600" dirty="0"/>
              <a:t>Serves as an example to other non-profit missions</a:t>
            </a:r>
          </a:p>
        </p:txBody>
      </p:sp>
      <p:sp>
        <p:nvSpPr>
          <p:cNvPr id="11" name="Textfeld 10">
            <a:extLst>
              <a:ext uri="{FF2B5EF4-FFF2-40B4-BE49-F238E27FC236}">
                <a16:creationId xmlns:a16="http://schemas.microsoft.com/office/drawing/2014/main" id="{8DB891BA-64C1-47DD-9FAA-BB9AF059A154}"/>
              </a:ext>
            </a:extLst>
          </p:cNvPr>
          <p:cNvSpPr txBox="1"/>
          <p:nvPr/>
        </p:nvSpPr>
        <p:spPr>
          <a:xfrm>
            <a:off x="10042723" y="7433945"/>
            <a:ext cx="4608000" cy="3127887"/>
          </a:xfrm>
          <a:prstGeom prst="rect">
            <a:avLst/>
          </a:prstGeom>
          <a:solidFill>
            <a:schemeClr val="bg1">
              <a:lumMod val="95000"/>
            </a:schemeClr>
          </a:solidFill>
          <a:ln>
            <a:noFill/>
          </a:ln>
        </p:spPr>
        <p:txBody>
          <a:bodyPr wrap="square" lIns="127289" tIns="127289" rIns="127289" bIns="127289" rtlCol="0">
            <a:noAutofit/>
          </a:bodyPr>
          <a:lstStyle/>
          <a:p>
            <a:pPr>
              <a:spcAft>
                <a:spcPts val="600"/>
              </a:spcAft>
            </a:pPr>
            <a:r>
              <a:rPr lang="de-DE" sz="1600" dirty="0" err="1"/>
              <a:t>Several</a:t>
            </a:r>
            <a:r>
              <a:rPr lang="de-DE" sz="1600" dirty="0"/>
              <a:t> </a:t>
            </a:r>
            <a:r>
              <a:rPr lang="de-DE" sz="1600" dirty="0" err="1"/>
              <a:t>concepts</a:t>
            </a:r>
            <a:r>
              <a:rPr lang="de-DE" sz="1600" dirty="0"/>
              <a:t> </a:t>
            </a:r>
            <a:r>
              <a:rPr lang="de-DE" sz="1600" dirty="0" err="1"/>
              <a:t>recur</a:t>
            </a:r>
            <a:r>
              <a:rPr lang="de-DE" sz="1600" dirty="0"/>
              <a:t> </a:t>
            </a:r>
            <a:r>
              <a:rPr lang="de-DE" sz="1600" dirty="0" err="1"/>
              <a:t>throughout</a:t>
            </a:r>
            <a:r>
              <a:rPr lang="de-DE" sz="1600" dirty="0"/>
              <a:t> all </a:t>
            </a:r>
            <a:r>
              <a:rPr lang="de-DE" sz="1600" dirty="0" err="1"/>
              <a:t>lectures</a:t>
            </a:r>
            <a:r>
              <a:rPr lang="de-DE" sz="1600" dirty="0"/>
              <a:t>. </a:t>
            </a:r>
            <a:r>
              <a:rPr lang="de-DE" sz="1600" dirty="0" err="1"/>
              <a:t>One</a:t>
            </a:r>
            <a:r>
              <a:rPr lang="de-DE" sz="1600" dirty="0"/>
              <a:t> </a:t>
            </a:r>
            <a:r>
              <a:rPr lang="de-DE" sz="1600" dirty="0" err="1"/>
              <a:t>of</a:t>
            </a:r>
            <a:r>
              <a:rPr lang="de-DE" sz="1600" dirty="0"/>
              <a:t> </a:t>
            </a:r>
            <a:r>
              <a:rPr lang="de-DE" sz="1600" dirty="0" err="1"/>
              <a:t>them</a:t>
            </a:r>
            <a:r>
              <a:rPr lang="de-DE" sz="1600" dirty="0"/>
              <a:t> </a:t>
            </a:r>
            <a:r>
              <a:rPr lang="de-DE" sz="1600" dirty="0" err="1"/>
              <a:t>is</a:t>
            </a:r>
            <a:r>
              <a:rPr lang="de-DE" sz="1600" dirty="0"/>
              <a:t> </a:t>
            </a:r>
            <a:r>
              <a:rPr lang="de-DE" sz="1600" dirty="0" err="1"/>
              <a:t>the</a:t>
            </a:r>
            <a:r>
              <a:rPr lang="de-DE" sz="1600" dirty="0"/>
              <a:t> </a:t>
            </a:r>
            <a:r>
              <a:rPr lang="de-DE" sz="1600" dirty="0" err="1"/>
              <a:t>dichotomy</a:t>
            </a:r>
            <a:r>
              <a:rPr lang="de-DE" sz="1600" dirty="0"/>
              <a:t> </a:t>
            </a:r>
            <a:r>
              <a:rPr lang="de-DE" sz="1600" dirty="0" err="1"/>
              <a:t>between</a:t>
            </a:r>
            <a:r>
              <a:rPr lang="de-DE" sz="1600" dirty="0"/>
              <a:t> traditional </a:t>
            </a:r>
            <a:r>
              <a:rPr lang="de-DE" sz="1600" dirty="0" err="1"/>
              <a:t>space</a:t>
            </a:r>
            <a:r>
              <a:rPr lang="de-DE" sz="1600" dirty="0"/>
              <a:t> and New Space. More </a:t>
            </a:r>
            <a:r>
              <a:rPr lang="de-DE" sz="1600" dirty="0" err="1"/>
              <a:t>fundamentally</a:t>
            </a:r>
            <a:r>
              <a:rPr lang="de-DE" sz="1600" dirty="0"/>
              <a:t>, </a:t>
            </a:r>
            <a:r>
              <a:rPr lang="de-DE" sz="1600" dirty="0" err="1"/>
              <a:t>however</a:t>
            </a:r>
            <a:r>
              <a:rPr lang="de-DE" sz="1600" dirty="0"/>
              <a:t>, </a:t>
            </a:r>
            <a:r>
              <a:rPr lang="de-DE" sz="1600" dirty="0" err="1"/>
              <a:t>there</a:t>
            </a:r>
            <a:r>
              <a:rPr lang="de-DE" sz="1600" dirty="0"/>
              <a:t> </a:t>
            </a:r>
            <a:r>
              <a:rPr lang="de-DE" sz="1600" dirty="0" err="1"/>
              <a:t>is</a:t>
            </a:r>
            <a:r>
              <a:rPr lang="de-DE" sz="1600" dirty="0"/>
              <a:t> a persistent </a:t>
            </a:r>
            <a:r>
              <a:rPr lang="de-DE" sz="1600" dirty="0" err="1"/>
              <a:t>question</a:t>
            </a:r>
            <a:r>
              <a:rPr lang="de-DE" sz="1600" dirty="0"/>
              <a:t>: </a:t>
            </a:r>
            <a:r>
              <a:rPr lang="de-DE" sz="1600" dirty="0" err="1"/>
              <a:t>how</a:t>
            </a:r>
            <a:r>
              <a:rPr lang="de-DE" sz="1600" dirty="0"/>
              <a:t> </a:t>
            </a:r>
            <a:r>
              <a:rPr lang="de-DE" sz="1600" dirty="0" err="1"/>
              <a:t>can</a:t>
            </a:r>
            <a:r>
              <a:rPr lang="de-DE" sz="1600" dirty="0"/>
              <a:t> </a:t>
            </a:r>
            <a:r>
              <a:rPr lang="de-DE" sz="1600" dirty="0" err="1"/>
              <a:t>one</a:t>
            </a:r>
            <a:r>
              <a:rPr lang="de-DE" sz="1600" dirty="0"/>
              <a:t> </a:t>
            </a:r>
            <a:r>
              <a:rPr lang="de-DE" sz="1600" dirty="0" err="1"/>
              <a:t>justify</a:t>
            </a:r>
            <a:r>
              <a:rPr lang="de-DE" sz="1600" dirty="0"/>
              <a:t> </a:t>
            </a:r>
            <a:r>
              <a:rPr lang="de-DE" sz="1600" dirty="0" err="1"/>
              <a:t>investing</a:t>
            </a:r>
            <a:r>
              <a:rPr lang="de-DE" sz="1600" dirty="0"/>
              <a:t> </a:t>
            </a:r>
            <a:r>
              <a:rPr lang="de-DE" sz="1600" dirty="0" err="1"/>
              <a:t>huge</a:t>
            </a:r>
            <a:r>
              <a:rPr lang="de-DE" sz="1600" dirty="0"/>
              <a:t> </a:t>
            </a:r>
            <a:r>
              <a:rPr lang="de-DE" sz="1600" dirty="0" err="1"/>
              <a:t>amounts</a:t>
            </a:r>
            <a:r>
              <a:rPr lang="de-DE" sz="1600" dirty="0"/>
              <a:t> </a:t>
            </a:r>
            <a:r>
              <a:rPr lang="de-DE" sz="1600" dirty="0" err="1"/>
              <a:t>of</a:t>
            </a:r>
            <a:r>
              <a:rPr lang="de-DE" sz="1600" dirty="0"/>
              <a:t> </a:t>
            </a:r>
            <a:r>
              <a:rPr lang="de-DE" sz="1600" dirty="0" err="1"/>
              <a:t>resources</a:t>
            </a:r>
            <a:r>
              <a:rPr lang="de-DE" sz="1600" dirty="0"/>
              <a:t> in </a:t>
            </a:r>
            <a:r>
              <a:rPr lang="de-DE" sz="1600" dirty="0" err="1"/>
              <a:t>projects</a:t>
            </a:r>
            <a:r>
              <a:rPr lang="de-DE" sz="1600" dirty="0"/>
              <a:t> </a:t>
            </a:r>
            <a:r>
              <a:rPr lang="de-DE" sz="1600" dirty="0" err="1"/>
              <a:t>that</a:t>
            </a:r>
            <a:r>
              <a:rPr lang="de-DE" sz="1600" dirty="0"/>
              <a:t> do not </a:t>
            </a:r>
            <a:r>
              <a:rPr lang="de-DE" sz="1600" dirty="0" err="1"/>
              <a:t>deliver</a:t>
            </a:r>
            <a:r>
              <a:rPr lang="de-DE" sz="1600" dirty="0"/>
              <a:t> immediate </a:t>
            </a:r>
            <a:r>
              <a:rPr lang="de-DE" sz="1600" dirty="0" err="1"/>
              <a:t>or</a:t>
            </a:r>
            <a:r>
              <a:rPr lang="de-DE" sz="1600" dirty="0"/>
              <a:t> </a:t>
            </a:r>
            <a:r>
              <a:rPr lang="de-DE" sz="1600" dirty="0" err="1"/>
              <a:t>obvious</a:t>
            </a:r>
            <a:r>
              <a:rPr lang="de-DE" sz="1600" dirty="0"/>
              <a:t> </a:t>
            </a:r>
            <a:r>
              <a:rPr lang="de-DE" sz="1600" dirty="0" err="1"/>
              <a:t>benefits</a:t>
            </a:r>
            <a:r>
              <a:rPr lang="de-DE" sz="1600" dirty="0"/>
              <a:t> and </a:t>
            </a:r>
            <a:r>
              <a:rPr lang="de-DE" sz="1600" dirty="0" err="1"/>
              <a:t>are</a:t>
            </a:r>
            <a:r>
              <a:rPr lang="de-DE" sz="1600" dirty="0"/>
              <a:t> </a:t>
            </a:r>
            <a:r>
              <a:rPr lang="de-DE" sz="1600" dirty="0" err="1"/>
              <a:t>largely</a:t>
            </a:r>
            <a:r>
              <a:rPr lang="de-DE" sz="1600" dirty="0"/>
              <a:t> </a:t>
            </a:r>
            <a:r>
              <a:rPr lang="de-DE" sz="1600" dirty="0" err="1"/>
              <a:t>driven</a:t>
            </a:r>
            <a:r>
              <a:rPr lang="de-DE" sz="1600" dirty="0"/>
              <a:t> </a:t>
            </a:r>
            <a:r>
              <a:rPr lang="de-DE" sz="1600" dirty="0" err="1"/>
              <a:t>by</a:t>
            </a:r>
            <a:r>
              <a:rPr lang="de-DE" sz="1600" dirty="0"/>
              <a:t> </a:t>
            </a:r>
            <a:r>
              <a:rPr lang="de-DE" sz="1600" dirty="0" err="1"/>
              <a:t>curiosity</a:t>
            </a:r>
            <a:r>
              <a:rPr lang="de-DE" sz="1600" dirty="0"/>
              <a:t>? </a:t>
            </a:r>
            <a:r>
              <a:rPr lang="de-DE" sz="1600" dirty="0" err="1"/>
              <a:t>It</a:t>
            </a:r>
            <a:r>
              <a:rPr lang="de-DE" sz="1600" dirty="0"/>
              <a:t> </a:t>
            </a:r>
            <a:r>
              <a:rPr lang="de-DE" sz="1600" dirty="0" err="1"/>
              <a:t>is</a:t>
            </a:r>
            <a:r>
              <a:rPr lang="de-DE" sz="1600" dirty="0"/>
              <a:t> </a:t>
            </a:r>
            <a:r>
              <a:rPr lang="de-DE" sz="1600" dirty="0" err="1"/>
              <a:t>precisely</a:t>
            </a:r>
            <a:r>
              <a:rPr lang="de-DE" sz="1600" dirty="0"/>
              <a:t> </a:t>
            </a:r>
            <a:r>
              <a:rPr lang="de-DE" sz="1600" dirty="0" err="1"/>
              <a:t>this</a:t>
            </a:r>
            <a:r>
              <a:rPr lang="de-DE" sz="1600" dirty="0"/>
              <a:t> </a:t>
            </a:r>
            <a:r>
              <a:rPr lang="de-DE" sz="1600" dirty="0" err="1"/>
              <a:t>primacy</a:t>
            </a:r>
            <a:r>
              <a:rPr lang="de-DE" sz="1600" dirty="0"/>
              <a:t> </a:t>
            </a:r>
            <a:r>
              <a:rPr lang="de-DE" sz="1600" dirty="0" err="1"/>
              <a:t>of</a:t>
            </a:r>
            <a:r>
              <a:rPr lang="de-DE" sz="1600" dirty="0"/>
              <a:t> </a:t>
            </a:r>
            <a:r>
              <a:rPr lang="de-DE" sz="1600" dirty="0" err="1"/>
              <a:t>curiosity</a:t>
            </a:r>
            <a:r>
              <a:rPr lang="de-DE" sz="1600" dirty="0"/>
              <a:t> </a:t>
            </a:r>
            <a:r>
              <a:rPr lang="de-DE" sz="1600" dirty="0" err="1"/>
              <a:t>that</a:t>
            </a:r>
            <a:r>
              <a:rPr lang="de-DE" sz="1600" dirty="0"/>
              <a:t> </a:t>
            </a:r>
            <a:r>
              <a:rPr lang="de-DE" sz="1600" dirty="0" err="1"/>
              <a:t>makes</a:t>
            </a:r>
            <a:r>
              <a:rPr lang="de-DE" sz="1600" dirty="0"/>
              <a:t> </a:t>
            </a:r>
            <a:r>
              <a:rPr lang="de-DE" sz="1600" dirty="0" err="1"/>
              <a:t>space</a:t>
            </a:r>
            <a:r>
              <a:rPr lang="de-DE" sz="1600" dirty="0"/>
              <a:t> </a:t>
            </a:r>
            <a:r>
              <a:rPr lang="de-DE" sz="1600" dirty="0" err="1"/>
              <a:t>exploration</a:t>
            </a:r>
            <a:r>
              <a:rPr lang="de-DE" sz="1600" dirty="0"/>
              <a:t> so </a:t>
            </a:r>
            <a:r>
              <a:rPr lang="de-DE" sz="1600" dirty="0" err="1"/>
              <a:t>inspiring</a:t>
            </a:r>
            <a:r>
              <a:rPr lang="de-DE" sz="1600" dirty="0"/>
              <a:t>.</a:t>
            </a:r>
            <a:endParaRPr lang="en-US" sz="1600" dirty="0"/>
          </a:p>
        </p:txBody>
      </p:sp>
      <p:sp>
        <p:nvSpPr>
          <p:cNvPr id="12" name="Textfeld 11">
            <a:extLst>
              <a:ext uri="{FF2B5EF4-FFF2-40B4-BE49-F238E27FC236}">
                <a16:creationId xmlns:a16="http://schemas.microsoft.com/office/drawing/2014/main" id="{A65136F1-4F26-4D14-9FEC-C4BE18ABE7CF}"/>
              </a:ext>
            </a:extLst>
          </p:cNvPr>
          <p:cNvSpPr txBox="1"/>
          <p:nvPr/>
        </p:nvSpPr>
        <p:spPr>
          <a:xfrm>
            <a:off x="5254724" y="3600095"/>
            <a:ext cx="4608000" cy="3419885"/>
          </a:xfrm>
          <a:prstGeom prst="rect">
            <a:avLst/>
          </a:prstGeom>
          <a:solidFill>
            <a:schemeClr val="bg2">
              <a:lumMod val="95000"/>
            </a:schemeClr>
          </a:solidFill>
        </p:spPr>
        <p:txBody>
          <a:bodyPr wrap="square" lIns="127289" tIns="127289" rIns="127289" bIns="127289" rtlCol="0">
            <a:noAutofit/>
          </a:bodyPr>
          <a:lstStyle/>
          <a:p>
            <a:pPr marL="180000" indent="-180000">
              <a:spcAft>
                <a:spcPts val="600"/>
              </a:spcAft>
              <a:buFont typeface="Arial" panose="020B0604020202020204" pitchFamily="34" charset="0"/>
              <a:buChar char="•"/>
            </a:pPr>
            <a:r>
              <a:rPr lang="en-US" sz="1600" dirty="0"/>
              <a:t>The stakeholder dimension of a space mission determines the business approach: your product cycle strongly depends on the product cycles of your partners, suppliers, subcontractors and customers</a:t>
            </a:r>
          </a:p>
          <a:p>
            <a:pPr marL="180000" indent="-180000">
              <a:spcAft>
                <a:spcPts val="600"/>
              </a:spcAft>
              <a:buFont typeface="Arial" panose="020B0604020202020204" pitchFamily="34" charset="0"/>
              <a:buChar char="•"/>
            </a:pPr>
            <a:r>
              <a:rPr lang="en-US" sz="1600" dirty="0"/>
              <a:t>Smart manufacturing is key to the business and product dimension: clean up requirements, delete processes, optimize, accelerate, automate</a:t>
            </a:r>
          </a:p>
          <a:p>
            <a:pPr marL="180000" indent="-180000">
              <a:spcAft>
                <a:spcPts val="600"/>
              </a:spcAft>
              <a:buFont typeface="Arial" panose="020B0604020202020204" pitchFamily="34" charset="0"/>
              <a:buChar char="•"/>
            </a:pPr>
            <a:r>
              <a:rPr lang="en-US" sz="1600" dirty="0"/>
              <a:t>Scientific, non-profit missions can also integrate New Space philosophy: rapid iterations and a constant feedback loop</a:t>
            </a:r>
          </a:p>
          <a:p>
            <a:pPr marL="180000" indent="-180000">
              <a:spcAft>
                <a:spcPts val="600"/>
              </a:spcAft>
              <a:buFont typeface="Arial" panose="020B0604020202020204" pitchFamily="34" charset="0"/>
              <a:buChar char="•"/>
            </a:pPr>
            <a:endParaRPr lang="en-US" sz="1200" dirty="0"/>
          </a:p>
        </p:txBody>
      </p:sp>
      <p:sp>
        <p:nvSpPr>
          <p:cNvPr id="13" name="Textfeld 12">
            <a:extLst>
              <a:ext uri="{FF2B5EF4-FFF2-40B4-BE49-F238E27FC236}">
                <a16:creationId xmlns:a16="http://schemas.microsoft.com/office/drawing/2014/main" id="{C7C04B1D-DC34-4E60-B6E3-5EFA9E0D3DD2}"/>
              </a:ext>
            </a:extLst>
          </p:cNvPr>
          <p:cNvSpPr txBox="1"/>
          <p:nvPr/>
        </p:nvSpPr>
        <p:spPr>
          <a:xfrm>
            <a:off x="10042723" y="3600095"/>
            <a:ext cx="4608000" cy="2385069"/>
          </a:xfrm>
          <a:prstGeom prst="rect">
            <a:avLst/>
          </a:prstGeom>
          <a:solidFill>
            <a:schemeClr val="accent5"/>
          </a:solidFill>
        </p:spPr>
        <p:txBody>
          <a:bodyPr wrap="square" lIns="127289" tIns="127289" rIns="127289" bIns="127289" rtlCol="0">
            <a:noAutofit/>
          </a:bodyPr>
          <a:lstStyle/>
          <a:p>
            <a:pPr marL="180000" indent="-180000">
              <a:spcAft>
                <a:spcPts val="600"/>
              </a:spcAft>
              <a:buFont typeface="Arial" panose="020B0604020202020204" pitchFamily="34" charset="0"/>
              <a:buChar char="•"/>
            </a:pPr>
            <a:r>
              <a:rPr lang="en-US" sz="1600" dirty="0"/>
              <a:t>How do you determine to which degree you want to incorporate commercial approaches into your non-profit, scientific mission objective?</a:t>
            </a:r>
          </a:p>
          <a:p>
            <a:pPr marL="180000" indent="-180000">
              <a:spcAft>
                <a:spcPts val="600"/>
              </a:spcAft>
              <a:buFont typeface="Arial" panose="020B0604020202020204" pitchFamily="34" charset="0"/>
              <a:buChar char="•"/>
            </a:pPr>
            <a:r>
              <a:rPr lang="en-US" sz="1600" dirty="0"/>
              <a:t>How do you deal with rapid technological change during mission cycle time?</a:t>
            </a:r>
          </a:p>
          <a:p>
            <a:pPr marL="180000" indent="-180000">
              <a:spcAft>
                <a:spcPts val="600"/>
              </a:spcAft>
              <a:buFont typeface="Arial" panose="020B0604020202020204" pitchFamily="34" charset="0"/>
              <a:buChar char="•"/>
            </a:pPr>
            <a:r>
              <a:rPr lang="en-US" sz="1600" dirty="0"/>
              <a:t>How do you plan the future with funding uncertainty?</a:t>
            </a:r>
          </a:p>
          <a:p>
            <a:pPr marL="180000" indent="-180000">
              <a:spcAft>
                <a:spcPts val="600"/>
              </a:spcAft>
              <a:buFont typeface="Arial" panose="020B0604020202020204" pitchFamily="34" charset="0"/>
              <a:buChar char="•"/>
            </a:pPr>
            <a:endParaRPr lang="en-US" sz="1200" dirty="0"/>
          </a:p>
        </p:txBody>
      </p:sp>
      <p:sp>
        <p:nvSpPr>
          <p:cNvPr id="14" name="Textfeld 13">
            <a:extLst>
              <a:ext uri="{FF2B5EF4-FFF2-40B4-BE49-F238E27FC236}">
                <a16:creationId xmlns:a16="http://schemas.microsoft.com/office/drawing/2014/main" id="{A118437E-FCCF-42DB-B327-5C471781BFC8}"/>
              </a:ext>
            </a:extLst>
          </p:cNvPr>
          <p:cNvSpPr txBox="1"/>
          <p:nvPr/>
        </p:nvSpPr>
        <p:spPr>
          <a:xfrm>
            <a:off x="466725" y="7184153"/>
            <a:ext cx="4608000" cy="301854"/>
          </a:xfrm>
          <a:prstGeom prst="rect">
            <a:avLst/>
          </a:prstGeom>
          <a:noFill/>
        </p:spPr>
        <p:txBody>
          <a:bodyPr wrap="square" lIns="0" tIns="0" rIns="0" bIns="0" rtlCol="0">
            <a:noAutofit/>
          </a:bodyPr>
          <a:lstStyle/>
          <a:p>
            <a:pPr>
              <a:lnSpc>
                <a:spcPts val="1550"/>
              </a:lnSpc>
              <a:spcBef>
                <a:spcPts val="200"/>
              </a:spcBef>
            </a:pPr>
            <a:r>
              <a:rPr lang="en-US" sz="2000" i="1" dirty="0"/>
              <a:t>2 Context</a:t>
            </a:r>
          </a:p>
        </p:txBody>
      </p:sp>
      <p:sp>
        <p:nvSpPr>
          <p:cNvPr id="15" name="Textfeld 14">
            <a:extLst>
              <a:ext uri="{FF2B5EF4-FFF2-40B4-BE49-F238E27FC236}">
                <a16:creationId xmlns:a16="http://schemas.microsoft.com/office/drawing/2014/main" id="{E3E7D849-0817-4B0F-9763-641771A2054A}"/>
              </a:ext>
            </a:extLst>
          </p:cNvPr>
          <p:cNvSpPr txBox="1"/>
          <p:nvPr/>
        </p:nvSpPr>
        <p:spPr>
          <a:xfrm>
            <a:off x="10042723" y="7181943"/>
            <a:ext cx="4608000" cy="338299"/>
          </a:xfrm>
          <a:prstGeom prst="rect">
            <a:avLst/>
          </a:prstGeom>
          <a:noFill/>
        </p:spPr>
        <p:txBody>
          <a:bodyPr wrap="square" lIns="0" tIns="0" rIns="0" bIns="0" rtlCol="0">
            <a:noAutofit/>
          </a:bodyPr>
          <a:lstStyle/>
          <a:p>
            <a:pPr>
              <a:lnSpc>
                <a:spcPts val="1550"/>
              </a:lnSpc>
              <a:spcBef>
                <a:spcPts val="200"/>
              </a:spcBef>
            </a:pPr>
            <a:r>
              <a:rPr lang="en-US" sz="2000" i="1" dirty="0"/>
              <a:t>5 Discussion and Bigger Picture</a:t>
            </a:r>
          </a:p>
        </p:txBody>
      </p:sp>
      <p:sp>
        <p:nvSpPr>
          <p:cNvPr id="16" name="Textfeld 15">
            <a:extLst>
              <a:ext uri="{FF2B5EF4-FFF2-40B4-BE49-F238E27FC236}">
                <a16:creationId xmlns:a16="http://schemas.microsoft.com/office/drawing/2014/main" id="{3F1E786A-1735-4425-99CD-33A905F77F28}"/>
              </a:ext>
            </a:extLst>
          </p:cNvPr>
          <p:cNvSpPr txBox="1"/>
          <p:nvPr/>
        </p:nvSpPr>
        <p:spPr>
          <a:xfrm>
            <a:off x="10042723" y="3329940"/>
            <a:ext cx="4608000" cy="288000"/>
          </a:xfrm>
          <a:prstGeom prst="rect">
            <a:avLst/>
          </a:prstGeom>
          <a:noFill/>
        </p:spPr>
        <p:txBody>
          <a:bodyPr wrap="square" lIns="0" tIns="0" rIns="0" bIns="0" rtlCol="0">
            <a:noAutofit/>
          </a:bodyPr>
          <a:lstStyle/>
          <a:p>
            <a:pPr>
              <a:lnSpc>
                <a:spcPts val="1550"/>
              </a:lnSpc>
              <a:spcBef>
                <a:spcPts val="200"/>
              </a:spcBef>
            </a:pPr>
            <a:r>
              <a:rPr lang="en-US" sz="2000" i="1" dirty="0"/>
              <a:t>4 Open Questions</a:t>
            </a:r>
          </a:p>
        </p:txBody>
      </p:sp>
      <p:sp>
        <p:nvSpPr>
          <p:cNvPr id="17" name="Textfeld 16">
            <a:extLst>
              <a:ext uri="{FF2B5EF4-FFF2-40B4-BE49-F238E27FC236}">
                <a16:creationId xmlns:a16="http://schemas.microsoft.com/office/drawing/2014/main" id="{380F8438-A7AA-47F0-AE8C-1C69AF9F2031}"/>
              </a:ext>
            </a:extLst>
          </p:cNvPr>
          <p:cNvSpPr txBox="1"/>
          <p:nvPr/>
        </p:nvSpPr>
        <p:spPr>
          <a:xfrm>
            <a:off x="5254724" y="3347904"/>
            <a:ext cx="4608000" cy="288000"/>
          </a:xfrm>
          <a:prstGeom prst="rect">
            <a:avLst/>
          </a:prstGeom>
          <a:noFill/>
        </p:spPr>
        <p:txBody>
          <a:bodyPr wrap="square" lIns="0" tIns="0" rIns="0" bIns="0" rtlCol="0">
            <a:noAutofit/>
          </a:bodyPr>
          <a:lstStyle/>
          <a:p>
            <a:pPr>
              <a:lnSpc>
                <a:spcPts val="1550"/>
              </a:lnSpc>
              <a:spcBef>
                <a:spcPts val="200"/>
              </a:spcBef>
            </a:pPr>
            <a:r>
              <a:rPr lang="en-US" sz="2000" i="1" dirty="0"/>
              <a:t>3 Main Insights</a:t>
            </a:r>
          </a:p>
        </p:txBody>
      </p:sp>
      <p:sp>
        <p:nvSpPr>
          <p:cNvPr id="64" name="Textfeld 63">
            <a:extLst>
              <a:ext uri="{FF2B5EF4-FFF2-40B4-BE49-F238E27FC236}">
                <a16:creationId xmlns:a16="http://schemas.microsoft.com/office/drawing/2014/main" id="{16F2F553-33F3-48C6-BF49-80A678D93FBD}"/>
              </a:ext>
            </a:extLst>
          </p:cNvPr>
          <p:cNvSpPr txBox="1"/>
          <p:nvPr/>
        </p:nvSpPr>
        <p:spPr>
          <a:xfrm>
            <a:off x="466725" y="3224784"/>
            <a:ext cx="4608000" cy="288000"/>
          </a:xfrm>
          <a:prstGeom prst="rect">
            <a:avLst/>
          </a:prstGeom>
          <a:noFill/>
        </p:spPr>
        <p:txBody>
          <a:bodyPr wrap="square" lIns="0" tIns="0" rIns="0" bIns="0" rtlCol="0">
            <a:noAutofit/>
          </a:bodyPr>
          <a:lstStyle/>
          <a:p>
            <a:r>
              <a:rPr lang="en-US" sz="2000" i="1" dirty="0"/>
              <a:t>1 Introduction</a:t>
            </a:r>
          </a:p>
        </p:txBody>
      </p:sp>
      <p:pic>
        <p:nvPicPr>
          <p:cNvPr id="21" name="Picture 20" descr="A black background with white text&#10;&#10;AI-generated content may be incorrect.">
            <a:extLst>
              <a:ext uri="{FF2B5EF4-FFF2-40B4-BE49-F238E27FC236}">
                <a16:creationId xmlns:a16="http://schemas.microsoft.com/office/drawing/2014/main" id="{BA46C227-F3AC-C6FA-1D56-6A5DEC9687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87022" y="395670"/>
            <a:ext cx="2308726" cy="701142"/>
          </a:xfrm>
          <a:prstGeom prst="rect">
            <a:avLst/>
          </a:prstGeom>
        </p:spPr>
      </p:pic>
      <p:sp>
        <p:nvSpPr>
          <p:cNvPr id="6" name="Abgerundetes Rechteck 5">
            <a:extLst>
              <a:ext uri="{FF2B5EF4-FFF2-40B4-BE49-F238E27FC236}">
                <a16:creationId xmlns:a16="http://schemas.microsoft.com/office/drawing/2014/main" id="{6B1D1C0F-76ED-1FC3-9E00-73319DE49D97}"/>
              </a:ext>
            </a:extLst>
          </p:cNvPr>
          <p:cNvSpPr/>
          <p:nvPr/>
        </p:nvSpPr>
        <p:spPr>
          <a:xfrm>
            <a:off x="10042723" y="6320226"/>
            <a:ext cx="4608000" cy="67887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DE" dirty="0"/>
              <a:t>Traditional vs. New Space</a:t>
            </a:r>
          </a:p>
        </p:txBody>
      </p:sp>
      <p:pic>
        <p:nvPicPr>
          <p:cNvPr id="9" name="Grafik 8" descr="Ein Bild, das Weihnachtsbaum, Screenshot, Design enthält.&#10;&#10;KI-generierte Inhalte können fehlerhaft sein.">
            <a:extLst>
              <a:ext uri="{FF2B5EF4-FFF2-40B4-BE49-F238E27FC236}">
                <a16:creationId xmlns:a16="http://schemas.microsoft.com/office/drawing/2014/main" id="{7B2E154C-2D44-7AF6-687E-678C0EA195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1757" y="7433945"/>
            <a:ext cx="3352800" cy="1530788"/>
          </a:xfrm>
          <a:prstGeom prst="rect">
            <a:avLst/>
          </a:prstGeom>
        </p:spPr>
      </p:pic>
      <p:sp>
        <p:nvSpPr>
          <p:cNvPr id="20" name="Textfeld 19">
            <a:extLst>
              <a:ext uri="{FF2B5EF4-FFF2-40B4-BE49-F238E27FC236}">
                <a16:creationId xmlns:a16="http://schemas.microsoft.com/office/drawing/2014/main" id="{76B38D9E-D663-65AF-CC50-782477112D08}"/>
              </a:ext>
            </a:extLst>
          </p:cNvPr>
          <p:cNvSpPr txBox="1"/>
          <p:nvPr/>
        </p:nvSpPr>
        <p:spPr>
          <a:xfrm flipH="1" flipV="1">
            <a:off x="7001852" y="9042525"/>
            <a:ext cx="45719" cy="45719"/>
          </a:xfrm>
          <a:prstGeom prst="rect">
            <a:avLst/>
          </a:prstGeom>
          <a:noFill/>
        </p:spPr>
        <p:txBody>
          <a:bodyPr wrap="none" lIns="0" tIns="0" rIns="0" bIns="0" rtlCol="0">
            <a:noAutofit/>
          </a:bodyPr>
          <a:lstStyle/>
          <a:p>
            <a:pPr algn="l"/>
            <a:endParaRPr lang="de-DE" baseline="30000" dirty="0"/>
          </a:p>
        </p:txBody>
      </p:sp>
      <p:sp>
        <p:nvSpPr>
          <p:cNvPr id="22" name="Textfeld 21">
            <a:extLst>
              <a:ext uri="{FF2B5EF4-FFF2-40B4-BE49-F238E27FC236}">
                <a16:creationId xmlns:a16="http://schemas.microsoft.com/office/drawing/2014/main" id="{E438917C-423F-1AEC-42D9-10FA2FEB6A37}"/>
              </a:ext>
            </a:extLst>
          </p:cNvPr>
          <p:cNvSpPr txBox="1"/>
          <p:nvPr/>
        </p:nvSpPr>
        <p:spPr>
          <a:xfrm>
            <a:off x="6964904" y="9042525"/>
            <a:ext cx="1186506" cy="149517"/>
          </a:xfrm>
          <a:prstGeom prst="rect">
            <a:avLst/>
          </a:prstGeom>
          <a:noFill/>
        </p:spPr>
        <p:txBody>
          <a:bodyPr wrap="none" lIns="0" tIns="0" rIns="0" bIns="0" rtlCol="0">
            <a:noAutofit/>
          </a:bodyPr>
          <a:lstStyle/>
          <a:p>
            <a:pPr algn="l"/>
            <a:r>
              <a:rPr lang="de-DE" baseline="30000" dirty="0"/>
              <a:t>Source: </a:t>
            </a:r>
            <a:r>
              <a:rPr lang="de-DE" baseline="30000" dirty="0" err="1"/>
              <a:t>Lecture</a:t>
            </a:r>
            <a:endParaRPr lang="de-DE" baseline="30000" dirty="0"/>
          </a:p>
        </p:txBody>
      </p:sp>
      <p:pic>
        <p:nvPicPr>
          <p:cNvPr id="24" name="Grafik 23" descr="Ein Bild, das Screenshot, Schwarz enthält.&#10;&#10;KI-generierte Inhalte können fehlerhaft sein.">
            <a:extLst>
              <a:ext uri="{FF2B5EF4-FFF2-40B4-BE49-F238E27FC236}">
                <a16:creationId xmlns:a16="http://schemas.microsoft.com/office/drawing/2014/main" id="{2681DEE8-BDA3-04CC-94B7-D26F00379B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4195" y="9346204"/>
            <a:ext cx="4430190" cy="850283"/>
          </a:xfrm>
          <a:prstGeom prst="rect">
            <a:avLst/>
          </a:prstGeom>
        </p:spPr>
      </p:pic>
      <p:sp>
        <p:nvSpPr>
          <p:cNvPr id="25" name="Textfeld 24">
            <a:extLst>
              <a:ext uri="{FF2B5EF4-FFF2-40B4-BE49-F238E27FC236}">
                <a16:creationId xmlns:a16="http://schemas.microsoft.com/office/drawing/2014/main" id="{8315F3B5-898D-84EC-2CF4-5C6273A780EB}"/>
              </a:ext>
            </a:extLst>
          </p:cNvPr>
          <p:cNvSpPr txBox="1"/>
          <p:nvPr/>
        </p:nvSpPr>
        <p:spPr>
          <a:xfrm>
            <a:off x="6964904" y="10275890"/>
            <a:ext cx="1186506" cy="149517"/>
          </a:xfrm>
          <a:prstGeom prst="rect">
            <a:avLst/>
          </a:prstGeom>
          <a:noFill/>
        </p:spPr>
        <p:txBody>
          <a:bodyPr wrap="none" lIns="0" tIns="0" rIns="0" bIns="0" rtlCol="0">
            <a:noAutofit/>
          </a:bodyPr>
          <a:lstStyle/>
          <a:p>
            <a:pPr algn="l"/>
            <a:r>
              <a:rPr lang="de-DE" baseline="30000" dirty="0"/>
              <a:t>Source: </a:t>
            </a:r>
            <a:r>
              <a:rPr lang="de-DE" baseline="30000" dirty="0" err="1"/>
              <a:t>Lecture</a:t>
            </a:r>
            <a:endParaRPr lang="de-DE" baseline="30000" dirty="0"/>
          </a:p>
        </p:txBody>
      </p:sp>
    </p:spTree>
    <p:extLst>
      <p:ext uri="{BB962C8B-B14F-4D97-AF65-F5344CB8AC3E}">
        <p14:creationId xmlns:p14="http://schemas.microsoft.com/office/powerpoint/2010/main" val="64562148"/>
      </p:ext>
    </p:extLst>
  </p:cSld>
  <p:clrMapOvr>
    <a:masterClrMapping/>
  </p:clrMapOvr>
</p:sld>
</file>

<file path=ppt/theme/theme1.xml><?xml version="1.0" encoding="utf-8"?>
<a:theme xmlns:a="http://schemas.openxmlformats.org/drawingml/2006/main" name="ETH Blau">
  <a:themeElements>
    <a:clrScheme name="ETH Blau">
      <a:dk1>
        <a:sysClr val="windowText" lastClr="000000"/>
      </a:dk1>
      <a:lt1>
        <a:sysClr val="window" lastClr="FFFFFF"/>
      </a:lt1>
      <a:dk2>
        <a:srgbClr val="000000"/>
      </a:dk2>
      <a:lt2>
        <a:srgbClr val="FFFFFF"/>
      </a:lt2>
      <a:accent1>
        <a:srgbClr val="215CAF"/>
      </a:accent1>
      <a:accent2>
        <a:srgbClr val="4D7DBF"/>
      </a:accent2>
      <a:accent3>
        <a:srgbClr val="7A9DCF"/>
      </a:accent3>
      <a:accent4>
        <a:srgbClr val="A6BEDF"/>
      </a:accent4>
      <a:accent5>
        <a:srgbClr val="D3DEEF"/>
      </a:accent5>
      <a:accent6>
        <a:srgbClr val="E8EEF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quer.potx" id="{6B692D92-6C45-48D8-B5AA-3537163F07CA}" vid="{E87326F1-F273-46E0-9E8B-2EB1A48732FB}"/>
    </a:ext>
  </a:extLst>
</a:theme>
</file>

<file path=ppt/theme/theme2.xml><?xml version="1.0" encoding="utf-8"?>
<a:theme xmlns:a="http://schemas.openxmlformats.org/drawingml/2006/main" name="ETH Petrol">
  <a:themeElements>
    <a:clrScheme name="ETH Petrol">
      <a:dk1>
        <a:sysClr val="windowText" lastClr="000000"/>
      </a:dk1>
      <a:lt1>
        <a:sysClr val="window" lastClr="FFFFFF"/>
      </a:lt1>
      <a:dk2>
        <a:srgbClr val="000000"/>
      </a:dk2>
      <a:lt2>
        <a:srgbClr val="FFFFFF"/>
      </a:lt2>
      <a:accent1>
        <a:srgbClr val="007894"/>
      </a:accent1>
      <a:accent2>
        <a:srgbClr val="3393A9"/>
      </a:accent2>
      <a:accent3>
        <a:srgbClr val="66AEBF"/>
      </a:accent3>
      <a:accent4>
        <a:srgbClr val="99C9D4"/>
      </a:accent4>
      <a:accent5>
        <a:srgbClr val="CCE4EA"/>
      </a:accent5>
      <a:accent6>
        <a:srgbClr val="E5F1F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quer.potx" id="{6B692D92-6C45-48D8-B5AA-3537163F07CA}" vid="{8FD6F3B0-C17C-4ABF-8E79-B5B0BFE0E2F7}"/>
    </a:ext>
  </a:extLst>
</a:theme>
</file>

<file path=ppt/theme/theme3.xml><?xml version="1.0" encoding="utf-8"?>
<a:theme xmlns:a="http://schemas.openxmlformats.org/drawingml/2006/main" name="ETH Grün">
  <a:themeElements>
    <a:clrScheme name="ETH Grün">
      <a:dk1>
        <a:sysClr val="windowText" lastClr="000000"/>
      </a:dk1>
      <a:lt1>
        <a:sysClr val="window" lastClr="FFFFFF"/>
      </a:lt1>
      <a:dk2>
        <a:srgbClr val="000000"/>
      </a:dk2>
      <a:lt2>
        <a:srgbClr val="FFFFFF"/>
      </a:lt2>
      <a:accent1>
        <a:srgbClr val="627313"/>
      </a:accent1>
      <a:accent2>
        <a:srgbClr val="818F42"/>
      </a:accent2>
      <a:accent3>
        <a:srgbClr val="A1AB71"/>
      </a:accent3>
      <a:accent4>
        <a:srgbClr val="C0C7A1"/>
      </a:accent4>
      <a:accent5>
        <a:srgbClr val="E0E3D0"/>
      </a:accent5>
      <a:accent6>
        <a:srgbClr val="EFF1E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quer.potx" id="{6B692D92-6C45-48D8-B5AA-3537163F07CA}" vid="{549AC0F5-EB0A-43AE-955A-1065C4384D8E}"/>
    </a:ext>
  </a:extLst>
</a:theme>
</file>

<file path=ppt/theme/theme4.xml><?xml version="1.0" encoding="utf-8"?>
<a:theme xmlns:a="http://schemas.openxmlformats.org/drawingml/2006/main" name="ETH Bronze">
  <a:themeElements>
    <a:clrScheme name="ETH Bronze">
      <a:dk1>
        <a:sysClr val="windowText" lastClr="000000"/>
      </a:dk1>
      <a:lt1>
        <a:sysClr val="window" lastClr="FFFFFF"/>
      </a:lt1>
      <a:dk2>
        <a:srgbClr val="000000"/>
      </a:dk2>
      <a:lt2>
        <a:srgbClr val="FFFFFF"/>
      </a:lt2>
      <a:accent1>
        <a:srgbClr val="8E6713"/>
      </a:accent1>
      <a:accent2>
        <a:srgbClr val="A58542"/>
      </a:accent2>
      <a:accent3>
        <a:srgbClr val="BBA471"/>
      </a:accent3>
      <a:accent4>
        <a:srgbClr val="D2C2A1"/>
      </a:accent4>
      <a:accent5>
        <a:srgbClr val="E8E1D0"/>
      </a:accent5>
      <a:accent6>
        <a:srgbClr val="F3F0E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quer.potx" id="{6B692D92-6C45-48D8-B5AA-3537163F07CA}" vid="{268F5278-CA60-4809-94C4-64190152AD23}"/>
    </a:ext>
  </a:extLst>
</a:theme>
</file>

<file path=ppt/theme/theme5.xml><?xml version="1.0" encoding="utf-8"?>
<a:theme xmlns:a="http://schemas.openxmlformats.org/drawingml/2006/main" name="ETH Rot">
  <a:themeElements>
    <a:clrScheme name="ETH Rot">
      <a:dk1>
        <a:sysClr val="windowText" lastClr="000000"/>
      </a:dk1>
      <a:lt1>
        <a:sysClr val="window" lastClr="FFFFFF"/>
      </a:lt1>
      <a:dk2>
        <a:srgbClr val="000000"/>
      </a:dk2>
      <a:lt2>
        <a:srgbClr val="FFFFFF"/>
      </a:lt2>
      <a:accent1>
        <a:srgbClr val="B7352D"/>
      </a:accent1>
      <a:accent2>
        <a:srgbClr val="C55D57"/>
      </a:accent2>
      <a:accent3>
        <a:srgbClr val="D48681"/>
      </a:accent3>
      <a:accent4>
        <a:srgbClr val="E2AEAB"/>
      </a:accent4>
      <a:accent5>
        <a:srgbClr val="F1D7D5"/>
      </a:accent5>
      <a:accent6>
        <a:srgbClr val="F8EAEA"/>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quer.potx" id="{6B692D92-6C45-48D8-B5AA-3537163F07CA}" vid="{84EB3CB9-500B-4E0B-99D2-3B65F4DDAD37}"/>
    </a:ext>
  </a:extLst>
</a:theme>
</file>

<file path=ppt/theme/theme6.xml><?xml version="1.0" encoding="utf-8"?>
<a:theme xmlns:a="http://schemas.openxmlformats.org/drawingml/2006/main" name="ETH Purpur">
  <a:themeElements>
    <a:clrScheme name="ETH Purpur">
      <a:dk1>
        <a:sysClr val="windowText" lastClr="000000"/>
      </a:dk1>
      <a:lt1>
        <a:sysClr val="window" lastClr="FFFFFF"/>
      </a:lt1>
      <a:dk2>
        <a:srgbClr val="000000"/>
      </a:dk2>
      <a:lt2>
        <a:srgbClr val="FFFFFF"/>
      </a:lt2>
      <a:accent1>
        <a:srgbClr val="A30774"/>
      </a:accent1>
      <a:accent2>
        <a:srgbClr val="B53990"/>
      </a:accent2>
      <a:accent3>
        <a:srgbClr val="C86AAC"/>
      </a:accent3>
      <a:accent4>
        <a:srgbClr val="DA9CC7"/>
      </a:accent4>
      <a:accent5>
        <a:srgbClr val="EDCDE3"/>
      </a:accent5>
      <a:accent6>
        <a:srgbClr val="F6E6F1"/>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quer.potx" id="{6B692D92-6C45-48D8-B5AA-3537163F07CA}" vid="{BFF344F0-BD1B-43AD-B74F-FA32DDD88BA9}"/>
    </a:ext>
  </a:extLst>
</a:theme>
</file>

<file path=ppt/theme/theme7.xml><?xml version="1.0" encoding="utf-8"?>
<a:theme xmlns:a="http://schemas.openxmlformats.org/drawingml/2006/main" name="ETH Grau">
  <a:themeElements>
    <a:clrScheme name="ETH Grau">
      <a:dk1>
        <a:sysClr val="windowText" lastClr="000000"/>
      </a:dk1>
      <a:lt1>
        <a:sysClr val="window" lastClr="FFFFFF"/>
      </a:lt1>
      <a:dk2>
        <a:srgbClr val="000000"/>
      </a:dk2>
      <a:lt2>
        <a:srgbClr val="FFFFFF"/>
      </a:lt2>
      <a:accent1>
        <a:srgbClr val="6F6F6F"/>
      </a:accent1>
      <a:accent2>
        <a:srgbClr val="8C8C8C"/>
      </a:accent2>
      <a:accent3>
        <a:srgbClr val="A9A9A9"/>
      </a:accent3>
      <a:accent4>
        <a:srgbClr val="C5C5C5"/>
      </a:accent4>
      <a:accent5>
        <a:srgbClr val="E2E2E2"/>
      </a:accent5>
      <a:accent6>
        <a:srgbClr val="F0F0F0"/>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baseline="30000"/>
        </a:defPPr>
      </a:lstStyle>
    </a:txDef>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lakat_A3_quer.potx" id="{6B692D92-6C45-48D8-B5AA-3537163F07CA}" vid="{1430B0B4-40BF-4D41-AC0F-59D556921559}"/>
    </a:ext>
  </a:extLst>
</a:theme>
</file>

<file path=ppt/theme/theme8.xml><?xml version="1.0" encoding="utf-8"?>
<a:theme xmlns:a="http://schemas.openxmlformats.org/drawingml/2006/main" name="Office">
  <a:themeElements>
    <a:clrScheme name="ETH Blau">
      <a:dk1>
        <a:sysClr val="windowText" lastClr="000000"/>
      </a:dk1>
      <a:lt1>
        <a:sysClr val="window" lastClr="FFFFFF"/>
      </a:lt1>
      <a:dk2>
        <a:srgbClr val="000000"/>
      </a:dk2>
      <a:lt2>
        <a:srgbClr val="FFFFFF"/>
      </a:lt2>
      <a:accent1>
        <a:srgbClr val="215CAF"/>
      </a:accent1>
      <a:accent2>
        <a:srgbClr val="4D7DBF"/>
      </a:accent2>
      <a:accent3>
        <a:srgbClr val="7A9DCF"/>
      </a:accent3>
      <a:accent4>
        <a:srgbClr val="A6BEDF"/>
      </a:accent4>
      <a:accent5>
        <a:srgbClr val="D3DEEF"/>
      </a:accent5>
      <a:accent6>
        <a:srgbClr val="E8EEF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a:themeElements>
    <a:clrScheme name="ETH Blau">
      <a:dk1>
        <a:sysClr val="windowText" lastClr="000000"/>
      </a:dk1>
      <a:lt1>
        <a:sysClr val="window" lastClr="FFFFFF"/>
      </a:lt1>
      <a:dk2>
        <a:srgbClr val="000000"/>
      </a:dk2>
      <a:lt2>
        <a:srgbClr val="FFFFFF"/>
      </a:lt2>
      <a:accent1>
        <a:srgbClr val="215CAF"/>
      </a:accent1>
      <a:accent2>
        <a:srgbClr val="4D7DBF"/>
      </a:accent2>
      <a:accent3>
        <a:srgbClr val="7A9DCF"/>
      </a:accent3>
      <a:accent4>
        <a:srgbClr val="A6BEDF"/>
      </a:accent4>
      <a:accent5>
        <a:srgbClr val="D3DEEF"/>
      </a:accent5>
      <a:accent6>
        <a:srgbClr val="E8EEF7"/>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ETH Blau</Template>
  <TotalTime>0</TotalTime>
  <Words>379</Words>
  <Application>Microsoft Macintosh PowerPoint</Application>
  <PresentationFormat>Benutzerdefiniert</PresentationFormat>
  <Paragraphs>26</Paragraphs>
  <Slides>1</Slides>
  <Notes>0</Notes>
  <HiddenSlides>0</HiddenSlides>
  <MMClips>0</MMClips>
  <ScaleCrop>false</ScaleCrop>
  <HeadingPairs>
    <vt:vector size="6" baseType="variant">
      <vt:variant>
        <vt:lpstr>Verwendete Schriftarten</vt:lpstr>
      </vt:variant>
      <vt:variant>
        <vt:i4>2</vt:i4>
      </vt:variant>
      <vt:variant>
        <vt:lpstr>Design</vt:lpstr>
      </vt:variant>
      <vt:variant>
        <vt:i4>7</vt:i4>
      </vt:variant>
      <vt:variant>
        <vt:lpstr>Folientitel</vt:lpstr>
      </vt:variant>
      <vt:variant>
        <vt:i4>1</vt:i4>
      </vt:variant>
    </vt:vector>
  </HeadingPairs>
  <TitlesOfParts>
    <vt:vector size="10" baseType="lpstr">
      <vt:lpstr>Arial</vt:lpstr>
      <vt:lpstr>Symbol</vt:lpstr>
      <vt:lpstr>ETH Blau</vt:lpstr>
      <vt:lpstr>ETH Petrol</vt:lpstr>
      <vt:lpstr>ETH Grün</vt:lpstr>
      <vt:lpstr>ETH Bronze</vt:lpstr>
      <vt:lpstr>ETH Rot</vt:lpstr>
      <vt:lpstr>ETH Purpur</vt:lpstr>
      <vt:lpstr>ETH Grau</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Bali  Komal</dc:creator>
  <cp:lastModifiedBy>Jahnke  Robert</cp:lastModifiedBy>
  <cp:revision>44</cp:revision>
  <dcterms:created xsi:type="dcterms:W3CDTF">2025-09-10T14:27:51Z</dcterms:created>
  <dcterms:modified xsi:type="dcterms:W3CDTF">2025-12-16T17:14:19Z</dcterms:modified>
</cp:coreProperties>
</file>