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90"/>
    <p:restoredTop sz="94687"/>
  </p:normalViewPr>
  <p:slideViewPr>
    <p:cSldViewPr snapToGrid="0">
      <p:cViewPr varScale="1">
        <p:scale>
          <a:sx n="104" d="100"/>
          <a:sy n="104" d="100"/>
        </p:scale>
        <p:origin x="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DDEECE-656B-6046-92D0-BAAE9BE37DF6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D3682-150F-5945-AD34-2D6B29477D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1761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D3682-150F-5945-AD34-2D6B29477D18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276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447A40-A5F6-117A-3AAA-E29E0535E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824187F-BCE2-BA46-B414-55DD32470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10CB99-868E-557C-1A81-63600B2AC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A7D9D-3A2D-094E-972D-18AEF432EC4A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FF27A6-F7BF-B3CA-710A-87E5906DC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8F6B44-4361-2927-CE67-A8E5589BF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B1F6-8A4C-8649-B03B-3775D46163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930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31BDA0-53F7-2570-A413-6B23EA69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14B799-466D-9166-6E1D-B7C07259A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AB490F-9471-25E5-7E74-BA7DEB5E1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A7D9D-3A2D-094E-972D-18AEF432EC4A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706D2B-B5BA-4D49-EBDA-E5847661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A19ED4-74BC-624F-D1B2-8B9A7B2C5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B1F6-8A4C-8649-B03B-3775D46163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5893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96BDD9-7D41-DA9B-ABDE-0668DDC2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C64EF1-BB66-775B-15EA-A3E6DD619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46FE4B-ED77-FB88-C346-1EC341D3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A7D9D-3A2D-094E-972D-18AEF432EC4A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3BB549-7937-93C7-8822-CD2981FC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809249-36BE-FDE9-0504-BDB60DD59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B1F6-8A4C-8649-B03B-3775D46163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223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BD0BB-46D2-116C-2736-367DAC1E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E8971E-9D2E-05E1-ABEB-68FFDF0C9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F38010-6DAA-D3C2-F00A-581894714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FDE691-7CFC-8347-EB8C-E94EEDDE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A7D9D-3A2D-094E-972D-18AEF432EC4A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9538A0-0251-5887-4378-7E36D49B1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0A5752-41AC-D3A2-E430-A36E5587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B1F6-8A4C-8649-B03B-3775D46163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70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54E6F-AB15-B11E-BA4A-AB7865F28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CDEF1C-A7BA-8C99-41A4-84F702C08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206793-C123-848F-4941-3D6C31A4B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0BBED15-FCE7-C236-FC57-7898CEE7D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D58815C-362B-0220-EAD5-637806FE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5DE0962-F620-F796-3F6D-83523C27A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A7D9D-3A2D-094E-972D-18AEF432EC4A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EC45BA0-110E-FF52-C438-0EA80EC9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CC301AC-292C-F2A1-D8BB-C762A0346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B1F6-8A4C-8649-B03B-3775D46163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635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90CB1B-629F-4CA8-9725-9CD78188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E1109A5-5033-9CF0-A226-088A7BC1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A7D9D-3A2D-094E-972D-18AEF432EC4A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5E740F-1491-08A8-E0D8-B58D9077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C5B312-DB3E-5868-D884-9EDE05C7B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B1F6-8A4C-8649-B03B-3775D46163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11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21E7EC-7D92-E604-40B7-CF5B36D46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A7D9D-3A2D-094E-972D-18AEF432EC4A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DBE9C2A-8280-9319-901D-C0EDEFB8E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9EA5C0-EB2D-C757-483A-72F3616A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B1F6-8A4C-8649-B03B-3775D46163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96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2C0DDE-CA3F-57ED-22ED-74D2F0663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F24AA3-C4EF-9C30-7668-8BBF8E4A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3126AD-C4D5-3BE6-D100-2222CB336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849919-FCDE-4A99-C776-AF25DE98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A7D9D-3A2D-094E-972D-18AEF432EC4A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18AEAD2-7A52-31CF-783F-82C4BA5A6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D6F4A6-612C-1934-4BA3-CEDAD3766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B1F6-8A4C-8649-B03B-3775D46163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3226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DB151B-0E67-3D0C-E568-E91579C2B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AE806F5-6EB7-5F4E-C1F7-9B7C244C6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676E6-50F1-E6FE-EFA6-47B99C3A9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9C9DC8-2333-FA55-4EF9-6501EF1C3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A7D9D-3A2D-094E-972D-18AEF432EC4A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F4D334-2695-D9F6-F2AB-6BCA2E60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C088D9-DEC0-CF10-51A8-CE104C03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B1F6-8A4C-8649-B03B-3775D46163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564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06E31B-44B1-5132-1179-52FBC2C2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B73B84-F073-8CE8-2B2E-9907D8825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CEC472-4578-EBB6-B9D0-5C11C66A8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A7D9D-3A2D-094E-972D-18AEF432EC4A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C25F7E-9F82-5B86-097B-07B968788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B263C1-F199-2704-684C-B3D681AFC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B1F6-8A4C-8649-B03B-3775D46163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90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7C9A314-C73F-A77F-5579-139AFC281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202BC84-132E-33A4-CBE2-53905677D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26DC63-FAF1-DE15-64BA-CFAB34895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A7D9D-3A2D-094E-972D-18AEF432EC4A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917341-D860-AF4B-045F-15A1108E9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06740B-4696-C3FC-183D-C5A844BF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6B1F6-8A4C-8649-B03B-3775D46163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42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9888329-BAAD-F5CF-B4B9-63DCBC019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34C439-93ED-03F2-0224-27EE419C2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6659B3-4F75-16D3-9E18-AE684DD71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9A7D9D-3A2D-094E-972D-18AEF432EC4A}" type="datetimeFigureOut">
              <a:rPr lang="de-DE" smtClean="0"/>
              <a:t>17.05.26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84FE55-8BD9-C248-38E2-60AED5646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823759-3690-E4A0-480E-7308D5B8A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16B1F6-8A4C-8649-B03B-3775D46163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121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02B793-2C04-9505-CC89-E025C246BA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Klausuren im Sommer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6E73BE8-2F33-C405-BCC9-F30094E095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4060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0EC1C5-587E-E183-6CF3-F56F63AE8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8956547-E5FD-C042-DCE8-9AC711121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7431" y="780996"/>
            <a:ext cx="7944012" cy="529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9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C0BD1-2EFE-D135-74EB-854E5FF78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1B46D61-FC74-2FBF-5F92-774320434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0875" y="549471"/>
            <a:ext cx="5810250" cy="575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39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0D0B02-2CA3-75BC-D650-2306FD5D5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B519CA-48AA-0DAA-AAF5-FB5190843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Empfehle erste zwei Wochen Urlaub zu machen (bis Mitte Juni)</a:t>
            </a:r>
          </a:p>
          <a:p>
            <a:endParaRPr lang="de-DE" dirty="0"/>
          </a:p>
          <a:p>
            <a:r>
              <a:rPr lang="de-DE" dirty="0"/>
              <a:t>Verändert eure Lernstrategie (zum Beispiel wie viele Halbtage ihr ein Fach macht bis ihr zum nächsten übergeht) im Gegensatz zum Winter</a:t>
            </a:r>
          </a:p>
          <a:p>
            <a:endParaRPr lang="de-DE" dirty="0"/>
          </a:p>
          <a:p>
            <a:r>
              <a:rPr lang="de-DE" dirty="0"/>
              <a:t>Mindestens 2 Mal die Woche etwas Sport</a:t>
            </a:r>
          </a:p>
          <a:p>
            <a:endParaRPr lang="de-DE" dirty="0"/>
          </a:p>
          <a:p>
            <a:r>
              <a:rPr lang="de-DE" dirty="0"/>
              <a:t>Tauscht euch mit Freunden aus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192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0F79AE-B837-FF22-FA90-B6B75E16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B054E4-B2E4-C9F0-A508-181FCD701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Erstellt euch für jedes Fach einen Plan, also wie viel ihr machen wollt und wann</a:t>
            </a:r>
          </a:p>
          <a:p>
            <a:endParaRPr lang="de-DE" dirty="0"/>
          </a:p>
          <a:p>
            <a:r>
              <a:rPr lang="de-DE" dirty="0"/>
              <a:t>Als erstes solltet ihr euch eine Altprüfung angucken-auf die arbeitet ihr nämlich hin</a:t>
            </a:r>
          </a:p>
          <a:p>
            <a:endParaRPr lang="de-DE" dirty="0"/>
          </a:p>
          <a:p>
            <a:r>
              <a:rPr lang="de-DE" dirty="0"/>
              <a:t>In jedem Fach ist es </a:t>
            </a:r>
            <a:r>
              <a:rPr lang="de-DE" dirty="0" err="1"/>
              <a:t>vieeeel</a:t>
            </a:r>
            <a:r>
              <a:rPr lang="de-DE" dirty="0"/>
              <a:t> wichtiger möglichst viele Altprüfungen zu lösen als Serien und Theorielernen</a:t>
            </a:r>
          </a:p>
        </p:txBody>
      </p:sp>
    </p:spTree>
    <p:extLst>
      <p:ext uri="{BB962C8B-B14F-4D97-AF65-F5344CB8AC3E}">
        <p14:creationId xmlns:p14="http://schemas.microsoft.com/office/powerpoint/2010/main" val="3092270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660040-3084-5B99-9023-9D6E52BA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DFCA0D-51A3-1C9D-12F6-7EEF5491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10384" cy="4351338"/>
          </a:xfrm>
        </p:spPr>
        <p:txBody>
          <a:bodyPr/>
          <a:lstStyle/>
          <a:p>
            <a:r>
              <a:rPr lang="de-DE" dirty="0"/>
              <a:t>Am Tag vor der Prüfung nichts mehr machen, nur noch ausruhen und Zusammenfassung angucken (das gilt natürlich auch für den Tag der Prüfung)</a:t>
            </a:r>
          </a:p>
          <a:p>
            <a:endParaRPr lang="de-DE" dirty="0"/>
          </a:p>
          <a:p>
            <a:r>
              <a:rPr lang="de-DE" dirty="0"/>
              <a:t>Während Prüfung ist Trinken das Wichtigste</a:t>
            </a:r>
          </a:p>
          <a:p>
            <a:endParaRPr lang="de-DE" dirty="0"/>
          </a:p>
          <a:p>
            <a:r>
              <a:rPr lang="de-DE" dirty="0"/>
              <a:t>Bereitet euch auf die Prüfung vor wie auf einen Wettkampf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FAECDE-8171-DC4C-DE5C-F825BE52F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330" y="3444875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92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Macintosh PowerPoint</Application>
  <PresentationFormat>Breitbild</PresentationFormat>
  <Paragraphs>19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Klausuren im Sommer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Jahnke  Robert</dc:creator>
  <cp:lastModifiedBy>Jahnke  Robert</cp:lastModifiedBy>
  <cp:revision>10</cp:revision>
  <dcterms:created xsi:type="dcterms:W3CDTF">2026-05-17T19:42:56Z</dcterms:created>
  <dcterms:modified xsi:type="dcterms:W3CDTF">2026-05-17T20:10:33Z</dcterms:modified>
</cp:coreProperties>
</file>